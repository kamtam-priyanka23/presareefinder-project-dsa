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2"/>
  </p:sldMasterIdLst>
  <p:notesMasterIdLst>
    <p:notesMasterId r:id="rId41"/>
  </p:notesMasterIdLst>
  <p:handoutMasterIdLst>
    <p:handoutMasterId r:id="rId42"/>
  </p:handoutMasterIdLst>
  <p:sldIdLst>
    <p:sldId id="314" r:id="rId3"/>
    <p:sldId id="323" r:id="rId4"/>
    <p:sldId id="266" r:id="rId5"/>
    <p:sldId id="341" r:id="rId6"/>
    <p:sldId id="342" r:id="rId7"/>
    <p:sldId id="356" r:id="rId8"/>
    <p:sldId id="357" r:id="rId9"/>
    <p:sldId id="343" r:id="rId10"/>
    <p:sldId id="344" r:id="rId11"/>
    <p:sldId id="345" r:id="rId12"/>
    <p:sldId id="349" r:id="rId13"/>
    <p:sldId id="350" r:id="rId14"/>
    <p:sldId id="351" r:id="rId15"/>
    <p:sldId id="352" r:id="rId16"/>
    <p:sldId id="353" r:id="rId17"/>
    <p:sldId id="366" r:id="rId18"/>
    <p:sldId id="354" r:id="rId19"/>
    <p:sldId id="358" r:id="rId20"/>
    <p:sldId id="359" r:id="rId21"/>
    <p:sldId id="360" r:id="rId22"/>
    <p:sldId id="361" r:id="rId23"/>
    <p:sldId id="362" r:id="rId24"/>
    <p:sldId id="363" r:id="rId25"/>
    <p:sldId id="378" r:id="rId26"/>
    <p:sldId id="367" r:id="rId27"/>
    <p:sldId id="368" r:id="rId28"/>
    <p:sldId id="371" r:id="rId29"/>
    <p:sldId id="372" r:id="rId30"/>
    <p:sldId id="373" r:id="rId31"/>
    <p:sldId id="374" r:id="rId32"/>
    <p:sldId id="375" r:id="rId33"/>
    <p:sldId id="376" r:id="rId34"/>
    <p:sldId id="377" r:id="rId35"/>
    <p:sldId id="347" r:id="rId36"/>
    <p:sldId id="355" r:id="rId37"/>
    <p:sldId id="379" r:id="rId38"/>
    <p:sldId id="348" r:id="rId39"/>
    <p:sldId id="332"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82"/>
    <p:restoredTop sz="95833"/>
  </p:normalViewPr>
  <p:slideViewPr>
    <p:cSldViewPr snapToGrid="0" snapToObjects="1">
      <p:cViewPr>
        <p:scale>
          <a:sx n="66" d="100"/>
          <a:sy n="66" d="100"/>
        </p:scale>
        <p:origin x="32" y="32"/>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3/7/2026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3BF734CB-DFAB-944A-8037-9643745D8F20}" type="datetime1">
              <a:rPr lang="en-IN" smtClean="0"/>
              <a:t>07-03-2026</a:t>
            </a:fld>
            <a:endParaRPr lang="en-US"/>
          </a:p>
        </p:txBody>
      </p:sp>
      <p:sp>
        <p:nvSpPr>
          <p:cNvPr id="5" name="Footer Placeholder 4"/>
          <p:cNvSpPr>
            <a:spLocks noGrp="1"/>
          </p:cNvSpPr>
          <p:nvPr>
            <p:ph type="ftr" sz="quarter" idx="11"/>
          </p:nvPr>
        </p:nvSpPr>
        <p:spPr/>
        <p:txBody>
          <a:bodyPr/>
          <a:lstStyle/>
          <a:p>
            <a:r>
              <a:rPr lang="en-US"/>
              <a:t>0th REVIEW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C5272DB-0103-AF4C-A22D-07421EC406AD}" type="datetime1">
              <a:rPr lang="en-IN" smtClean="0">
                <a:solidFill>
                  <a:srgbClr val="FDF6EC"/>
                </a:solidFill>
              </a:rPr>
              <a:t>07-03-2026</a:t>
            </a:fld>
            <a:endParaRPr lang="en-US"/>
          </a:p>
        </p:txBody>
      </p:sp>
      <p:sp>
        <p:nvSpPr>
          <p:cNvPr id="5" name="Footer Placeholder 4"/>
          <p:cNvSpPr>
            <a:spLocks noGrp="1"/>
          </p:cNvSpPr>
          <p:nvPr>
            <p:ph type="ftr" sz="quarter" idx="11"/>
          </p:nvPr>
        </p:nvSpPr>
        <p:spPr/>
        <p:txBody>
          <a:bodyPr/>
          <a:lstStyle/>
          <a:p>
            <a:r>
              <a:rPr lang="en-US">
                <a:solidFill>
                  <a:srgbClr val="FDF6EC"/>
                </a:solidFill>
              </a:rPr>
              <a:t>2520090001           Department of CSIT</a:t>
            </a:r>
          </a:p>
        </p:txBody>
      </p:sp>
      <p:sp>
        <p:nvSpPr>
          <p:cNvPr id="6" name="Slide Number Placeholder 5"/>
          <p:cNvSpPr>
            <a:spLocks noGrp="1"/>
          </p:cNvSpPr>
          <p:nvPr>
            <p:ph type="sldNum" sz="quarter" idx="12"/>
          </p:nvPr>
        </p:nvSpPr>
        <p:spPr/>
        <p:txBody>
          <a:bodyPr/>
          <a:lstStyle/>
          <a:p>
            <a:fld id="{B961B71F-4B40-8942-BB88-E0F5C0B46E10}" type="slidenum">
              <a:rPr lang="en-US" smtClean="0">
                <a:solidFill>
                  <a:srgbClr val="FDF6EC"/>
                </a:solidFill>
              </a:rPr>
              <a:t>‹#›</a:t>
            </a:fld>
            <a:endParaRPr lang="en-US"/>
          </a:p>
        </p:txBody>
      </p:sp>
      <p:sp>
        <p:nvSpPr>
          <p:cNvPr id="8" name="Rectangle 7"/>
          <p:cNvSpPr/>
          <p:nvPr userDrawn="1"/>
        </p:nvSpPr>
        <p:spPr>
          <a:xfrm>
            <a:off x="87228" y="60325"/>
            <a:ext cx="1532022" cy="620712"/>
          </a:xfrm>
          <a:prstGeom prst="rect">
            <a:avLst/>
          </a:prstGeom>
          <a:blipFill dpi="0" rotWithShape="1">
            <a:blip r:embed="rId2"/>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918335F-2E5B-B14E-9706-E237C81E4155}" type="datetime1">
              <a:rPr lang="en-IN" smtClean="0"/>
              <a:t>07-03-2026</a:t>
            </a:fld>
            <a:endParaRPr lang="en-US"/>
          </a:p>
        </p:txBody>
      </p:sp>
      <p:sp>
        <p:nvSpPr>
          <p:cNvPr id="5" name="Footer Placeholder 4"/>
          <p:cNvSpPr>
            <a:spLocks noGrp="1"/>
          </p:cNvSpPr>
          <p:nvPr>
            <p:ph type="ftr" sz="quarter" idx="11"/>
          </p:nvPr>
        </p:nvSpPr>
        <p:spPr/>
        <p:txBody>
          <a:bodyPr/>
          <a:lstStyle/>
          <a:p>
            <a:r>
              <a:rPr lang="en-US"/>
              <a:t>0th REVIEW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15BD6649-7156-A341-B9F2-F045B7551E13}" type="datetime1">
              <a:rPr lang="en-IN" smtClean="0">
                <a:solidFill>
                  <a:srgbClr val="FDF6EC"/>
                </a:solidFill>
              </a:rPr>
              <a:t>07-03-2026</a:t>
            </a:fld>
            <a:endParaRPr lang="en-US"/>
          </a:p>
        </p:txBody>
      </p:sp>
      <p:sp>
        <p:nvSpPr>
          <p:cNvPr id="6" name="Footer Placeholder 5"/>
          <p:cNvSpPr>
            <a:spLocks noGrp="1"/>
          </p:cNvSpPr>
          <p:nvPr>
            <p:ph type="ftr" sz="quarter" idx="11"/>
          </p:nvPr>
        </p:nvSpPr>
        <p:spPr/>
        <p:txBody>
          <a:bodyPr/>
          <a:lstStyle/>
          <a:p>
            <a:r>
              <a:rPr lang="en-US">
                <a:solidFill>
                  <a:srgbClr val="FDF6EC"/>
                </a:solidFill>
              </a:rPr>
              <a:t>2520090001           Department of CSIT</a:t>
            </a:r>
          </a:p>
        </p:txBody>
      </p:sp>
      <p:sp>
        <p:nvSpPr>
          <p:cNvPr id="7" name="Slide Number Placeholder 6"/>
          <p:cNvSpPr>
            <a:spLocks noGrp="1"/>
          </p:cNvSpPr>
          <p:nvPr>
            <p:ph type="sldNum" sz="quarter" idx="12"/>
          </p:nvPr>
        </p:nvSpPr>
        <p:spPr/>
        <p:txBody>
          <a:bodyPr/>
          <a:lstStyle/>
          <a:p>
            <a:fld id="{B961B71F-4B40-8942-BB88-E0F5C0B46E10}" type="slidenum">
              <a:rPr lang="en-US" smtClean="0">
                <a:solidFill>
                  <a:srgbClr val="FDF6EC"/>
                </a:solidFill>
              </a:rPr>
              <a:t>‹#›</a:t>
            </a:fld>
            <a:endParaRPr lang="en-US"/>
          </a:p>
        </p:txBody>
      </p:sp>
      <p:sp>
        <p:nvSpPr>
          <p:cNvPr id="98" name="KLH_Logo"/>
          <p:cNvSpPr/>
          <p:nvPr userDrawn="1"/>
        </p:nvSpPr>
        <p:spPr>
          <a:xfrm>
            <a:off x="87228" y="60325"/>
            <a:ext cx="1532022" cy="620712"/>
          </a:xfrm>
          <a:prstGeom prst="rect">
            <a:avLst/>
          </a:prstGeom>
          <a:blipFill dpi="0" rotWithShape="1">
            <a:blip r:embed="rId2"/>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C9977CD1-E97C-BA41-8E49-9F39B98FFBE8}" type="datetime1">
              <a:rPr lang="en-IN" smtClean="0"/>
              <a:t>07-03-2026</a:t>
            </a:fld>
            <a:endParaRPr lang="en-US"/>
          </a:p>
        </p:txBody>
      </p:sp>
      <p:sp>
        <p:nvSpPr>
          <p:cNvPr id="8" name="Footer Placeholder 7"/>
          <p:cNvSpPr>
            <a:spLocks noGrp="1"/>
          </p:cNvSpPr>
          <p:nvPr>
            <p:ph type="ftr" sz="quarter" idx="11"/>
          </p:nvPr>
        </p:nvSpPr>
        <p:spPr/>
        <p:txBody>
          <a:bodyPr/>
          <a:lstStyle/>
          <a:p>
            <a:r>
              <a:rPr lang="en-US"/>
              <a:t>0th REVIEW         173030211           Department of CSE</a:t>
            </a:r>
          </a:p>
        </p:txBody>
      </p:sp>
      <p:sp>
        <p:nvSpPr>
          <p:cNvPr id="9" name="Slide Number Placeholder 8"/>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F3DDBCA1-9406-7A44-8A76-1046B4040777}" type="datetime1">
              <a:rPr lang="en-IN" smtClean="0">
                <a:solidFill>
                  <a:srgbClr val="FDF6EC"/>
                </a:solidFill>
              </a:rPr>
              <a:t>07-03-2026</a:t>
            </a:fld>
            <a:endParaRPr lang="en-US"/>
          </a:p>
        </p:txBody>
      </p:sp>
      <p:sp>
        <p:nvSpPr>
          <p:cNvPr id="4" name="Footer Placeholder 3"/>
          <p:cNvSpPr>
            <a:spLocks noGrp="1"/>
          </p:cNvSpPr>
          <p:nvPr>
            <p:ph type="ftr" sz="quarter" idx="11"/>
          </p:nvPr>
        </p:nvSpPr>
        <p:spPr/>
        <p:txBody>
          <a:bodyPr/>
          <a:lstStyle/>
          <a:p>
            <a:r>
              <a:rPr lang="en-US">
                <a:solidFill>
                  <a:srgbClr val="FDF6EC"/>
                </a:solidFill>
              </a:rPr>
              <a:t>2520090001           Department of CSIT</a:t>
            </a:r>
          </a:p>
        </p:txBody>
      </p:sp>
      <p:sp>
        <p:nvSpPr>
          <p:cNvPr id="5" name="Slide Number Placeholder 4"/>
          <p:cNvSpPr>
            <a:spLocks noGrp="1"/>
          </p:cNvSpPr>
          <p:nvPr>
            <p:ph type="sldNum" sz="quarter" idx="12"/>
          </p:nvPr>
        </p:nvSpPr>
        <p:spPr/>
        <p:txBody>
          <a:bodyPr/>
          <a:lstStyle/>
          <a:p>
            <a:fld id="{B961B71F-4B40-8942-BB88-E0F5C0B46E10}" type="slidenum">
              <a:rPr lang="en-US" smtClean="0">
                <a:solidFill>
                  <a:srgbClr val="FDF6EC"/>
                </a:solidFill>
              </a:rPr>
              <a:t>‹#›</a:t>
            </a:fld>
            <a:endParaRPr lang="en-US"/>
          </a:p>
        </p:txBody>
      </p:sp>
      <p:sp>
        <p:nvSpPr>
          <p:cNvPr id="98" name="KLH_Logo"/>
          <p:cNvSpPr/>
          <p:nvPr userDrawn="1"/>
        </p:nvSpPr>
        <p:spPr>
          <a:xfrm>
            <a:off x="87228" y="60325"/>
            <a:ext cx="1532022" cy="620712"/>
          </a:xfrm>
          <a:prstGeom prst="rect">
            <a:avLst/>
          </a:prstGeom>
          <a:blipFill dpi="0" rotWithShape="1">
            <a:blip r:embed="rId2"/>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FB085D-B69B-9C45-93A5-77F47F2F6792}" type="datetime1">
              <a:rPr lang="en-IN" smtClean="0"/>
              <a:t>07-03-2026</a:t>
            </a:fld>
            <a:endParaRPr lang="en-US"/>
          </a:p>
        </p:txBody>
      </p:sp>
      <p:sp>
        <p:nvSpPr>
          <p:cNvPr id="3" name="Footer Placeholder 2"/>
          <p:cNvSpPr>
            <a:spLocks noGrp="1"/>
          </p:cNvSpPr>
          <p:nvPr>
            <p:ph type="ftr" sz="quarter" idx="11"/>
          </p:nvPr>
        </p:nvSpPr>
        <p:spPr/>
        <p:txBody>
          <a:bodyPr/>
          <a:lstStyle/>
          <a:p>
            <a:r>
              <a:rPr lang="en-US"/>
              <a:t>0th REVIEW         173030211           Department of CSE</a:t>
            </a:r>
          </a:p>
        </p:txBody>
      </p:sp>
      <p:sp>
        <p:nvSpPr>
          <p:cNvPr id="4" name="Slide Number Placeholder 3"/>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61B69B7-E8EF-6346-9390-671C5B22ACF3}" type="datetime1">
              <a:rPr lang="en-IN" smtClean="0"/>
              <a:t>07-03-2026</a:t>
            </a:fld>
            <a:endParaRPr lang="en-US"/>
          </a:p>
        </p:txBody>
      </p:sp>
      <p:sp>
        <p:nvSpPr>
          <p:cNvPr id="6" name="Footer Placeholder 5"/>
          <p:cNvSpPr>
            <a:spLocks noGrp="1"/>
          </p:cNvSpPr>
          <p:nvPr>
            <p:ph type="ftr" sz="quarter" idx="11"/>
          </p:nvPr>
        </p:nvSpPr>
        <p:spPr/>
        <p:txBody>
          <a:bodyPr/>
          <a:lstStyle/>
          <a:p>
            <a:r>
              <a:rPr lang="en-US"/>
              <a:t>0th REVIEW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B920709D-BF3C-5743-B60D-B01C16014A7B}" type="datetime1">
              <a:rPr lang="en-IN" smtClean="0"/>
              <a:t>07-03-2026</a:t>
            </a:fld>
            <a:endParaRPr lang="en-US"/>
          </a:p>
        </p:txBody>
      </p:sp>
      <p:sp>
        <p:nvSpPr>
          <p:cNvPr id="6" name="Footer Placeholder 5"/>
          <p:cNvSpPr>
            <a:spLocks noGrp="1"/>
          </p:cNvSpPr>
          <p:nvPr>
            <p:ph type="ftr" sz="quarter" idx="11"/>
          </p:nvPr>
        </p:nvSpPr>
        <p:spPr/>
        <p:txBody>
          <a:bodyPr/>
          <a:lstStyle/>
          <a:p>
            <a:r>
              <a:rPr lang="en-US"/>
              <a:t>0th REVIEW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B04444B0-6575-954F-AAA2-CB0D0417F745}" type="datetime1">
              <a:rPr lang="en-IN" smtClean="0"/>
              <a:t>07-03-2026</a:t>
            </a:fld>
            <a:endParaRPr lang="en-US"/>
          </a:p>
        </p:txBody>
      </p:sp>
      <p:sp>
        <p:nvSpPr>
          <p:cNvPr id="5" name="Footer Placeholder 4"/>
          <p:cNvSpPr>
            <a:spLocks noGrp="1"/>
          </p:cNvSpPr>
          <p:nvPr>
            <p:ph type="ftr" sz="quarter" idx="11"/>
          </p:nvPr>
        </p:nvSpPr>
        <p:spPr/>
        <p:txBody>
          <a:bodyPr/>
          <a:lstStyle/>
          <a:p>
            <a:r>
              <a:rPr lang="en-US"/>
              <a:t>0th REVIEW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DE7A436-9AA5-6C4B-AFF1-C34F60A9AB89}" type="datetime1">
              <a:rPr lang="en-IN" smtClean="0"/>
              <a:t>07-03-2026</a:t>
            </a:fld>
            <a:endParaRPr lang="en-US"/>
          </a:p>
        </p:txBody>
      </p:sp>
      <p:sp>
        <p:nvSpPr>
          <p:cNvPr id="5" name="Footer Placeholder 4"/>
          <p:cNvSpPr>
            <a:spLocks noGrp="1"/>
          </p:cNvSpPr>
          <p:nvPr>
            <p:ph type="ftr" sz="quarter" idx="11"/>
          </p:nvPr>
        </p:nvSpPr>
        <p:spPr/>
        <p:txBody>
          <a:bodyPr/>
          <a:lstStyle/>
          <a:p>
            <a:r>
              <a:rPr lang="en-US"/>
              <a:t>0th REVIEW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6BF141C7-EF5A-1D4A-89F0-79C7DE818D53}" type="datetime1">
              <a:rPr lang="en-IN" smtClean="0"/>
              <a:t>07-03-2026</a:t>
            </a:fld>
            <a:endParaRPr lang="en-US"/>
          </a:p>
        </p:txBody>
      </p:sp>
      <p:sp>
        <p:nvSpPr>
          <p:cNvPr id="5" name="Footer Placeholder 4"/>
          <p:cNvSpPr>
            <a:spLocks noGrp="1"/>
          </p:cNvSpPr>
          <p:nvPr>
            <p:ph type="ftr" sz="quarter" idx="11"/>
          </p:nvPr>
        </p:nvSpPr>
        <p:spPr/>
        <p:txBody>
          <a:bodyPr/>
          <a:lstStyle/>
          <a:p>
            <a:r>
              <a:rPr lang="en-US"/>
              <a:t>0th REVIEW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8C868A0C-C998-984C-ABE3-A33473D7CABD}" type="datetime1">
              <a:rPr lang="en-IN" smtClean="0">
                <a:solidFill>
                  <a:srgbClr val="FDF6EC"/>
                </a:solidFill>
              </a:rPr>
              <a:t>07-03-2026</a:t>
            </a:fld>
            <a:endParaRPr lang="en-US"/>
          </a:p>
        </p:txBody>
      </p:sp>
      <p:sp>
        <p:nvSpPr>
          <p:cNvPr id="5" name="Footer Placeholder 4"/>
          <p:cNvSpPr>
            <a:spLocks noGrp="1"/>
          </p:cNvSpPr>
          <p:nvPr>
            <p:ph type="ftr" sz="quarter" idx="11"/>
          </p:nvPr>
        </p:nvSpPr>
        <p:spPr/>
        <p:txBody>
          <a:bodyPr/>
          <a:lstStyle/>
          <a:p>
            <a:r>
              <a:rPr lang="en-US">
                <a:solidFill>
                  <a:srgbClr val="FDF6EC"/>
                </a:solidFill>
              </a:rPr>
              <a:t>2520090001           Department of CSIT</a:t>
            </a:r>
          </a:p>
        </p:txBody>
      </p:sp>
      <p:sp>
        <p:nvSpPr>
          <p:cNvPr id="6" name="Slide Number Placeholder 5"/>
          <p:cNvSpPr>
            <a:spLocks noGrp="1"/>
          </p:cNvSpPr>
          <p:nvPr>
            <p:ph type="sldNum" sz="quarter" idx="12"/>
          </p:nvPr>
        </p:nvSpPr>
        <p:spPr/>
        <p:txBody>
          <a:bodyPr/>
          <a:lstStyle/>
          <a:p>
            <a:fld id="{D6396F81-1074-6B40-A92F-A06CCD3B4178}" type="slidenum">
              <a:rPr lang="en-US" smtClean="0">
                <a:solidFill>
                  <a:srgbClr val="FDF6EC"/>
                </a:solidFill>
              </a:rPr>
              <a:t>‹#›</a:t>
            </a:fld>
            <a:endParaRPr lang="en-US"/>
          </a:p>
        </p:txBody>
      </p:sp>
      <p:sp>
        <p:nvSpPr>
          <p:cNvPr id="98" name="KLH_Logo"/>
          <p:cNvSpPr/>
          <p:nvPr userDrawn="1"/>
        </p:nvSpPr>
        <p:spPr>
          <a:xfrm>
            <a:off x="87228" y="60325"/>
            <a:ext cx="1532022" cy="620712"/>
          </a:xfrm>
          <a:prstGeom prst="rect">
            <a:avLst/>
          </a:prstGeom>
          <a:blipFill dpi="0" rotWithShape="1">
            <a:blip r:embed="rId2"/>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DD2EF84-6667-8447-AC88-082F9D71D82C}" type="datetime1">
              <a:rPr lang="en-IN" smtClean="0"/>
              <a:t>07-03-2026</a:t>
            </a:fld>
            <a:endParaRPr lang="en-US"/>
          </a:p>
        </p:txBody>
      </p:sp>
      <p:sp>
        <p:nvSpPr>
          <p:cNvPr id="5" name="Footer Placeholder 4"/>
          <p:cNvSpPr>
            <a:spLocks noGrp="1"/>
          </p:cNvSpPr>
          <p:nvPr>
            <p:ph type="ftr" sz="quarter" idx="11"/>
          </p:nvPr>
        </p:nvSpPr>
        <p:spPr/>
        <p:txBody>
          <a:bodyPr/>
          <a:lstStyle/>
          <a:p>
            <a:r>
              <a:rPr lang="en-US"/>
              <a:t>0th REVIEW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61563FD6-5C64-304A-9680-469E8D83D1BF}" type="datetime1">
              <a:rPr lang="en-IN" smtClean="0">
                <a:solidFill>
                  <a:srgbClr val="FDF6EC"/>
                </a:solidFill>
              </a:rPr>
              <a:t>07-03-2026</a:t>
            </a:fld>
            <a:endParaRPr lang="en-US"/>
          </a:p>
        </p:txBody>
      </p:sp>
      <p:sp>
        <p:nvSpPr>
          <p:cNvPr id="6" name="Footer Placeholder 5"/>
          <p:cNvSpPr>
            <a:spLocks noGrp="1"/>
          </p:cNvSpPr>
          <p:nvPr>
            <p:ph type="ftr" sz="quarter" idx="11"/>
          </p:nvPr>
        </p:nvSpPr>
        <p:spPr/>
        <p:txBody>
          <a:bodyPr/>
          <a:lstStyle/>
          <a:p>
            <a:r>
              <a:rPr lang="en-US">
                <a:solidFill>
                  <a:srgbClr val="FDF6EC"/>
                </a:solidFill>
              </a:rPr>
              <a:t>2520090001           Department of CSIT</a:t>
            </a:r>
          </a:p>
        </p:txBody>
      </p:sp>
      <p:sp>
        <p:nvSpPr>
          <p:cNvPr id="7" name="Slide Number Placeholder 6"/>
          <p:cNvSpPr>
            <a:spLocks noGrp="1"/>
          </p:cNvSpPr>
          <p:nvPr>
            <p:ph type="sldNum" sz="quarter" idx="12"/>
          </p:nvPr>
        </p:nvSpPr>
        <p:spPr/>
        <p:txBody>
          <a:bodyPr/>
          <a:lstStyle/>
          <a:p>
            <a:fld id="{D6396F81-1074-6B40-A92F-A06CCD3B4178}" type="slidenum">
              <a:rPr lang="en-US" smtClean="0">
                <a:solidFill>
                  <a:srgbClr val="FDF6EC"/>
                </a:solidFill>
              </a:rPr>
              <a:t>‹#›</a:t>
            </a:fld>
            <a:endParaRPr lang="en-US"/>
          </a:p>
        </p:txBody>
      </p:sp>
      <p:sp>
        <p:nvSpPr>
          <p:cNvPr id="98" name="KLH_Logo"/>
          <p:cNvSpPr/>
          <p:nvPr userDrawn="1"/>
        </p:nvSpPr>
        <p:spPr>
          <a:xfrm>
            <a:off x="87228" y="60325"/>
            <a:ext cx="1532022" cy="620712"/>
          </a:xfrm>
          <a:prstGeom prst="rect">
            <a:avLst/>
          </a:prstGeom>
          <a:blipFill dpi="0" rotWithShape="1">
            <a:blip r:embed="rId2"/>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D93985EC-8C41-0649-B43C-28421C497AA5}" type="datetime1">
              <a:rPr lang="en-IN" smtClean="0"/>
              <a:t>07-03-2026</a:t>
            </a:fld>
            <a:endParaRPr lang="en-US"/>
          </a:p>
        </p:txBody>
      </p:sp>
      <p:sp>
        <p:nvSpPr>
          <p:cNvPr id="8" name="Footer Placeholder 7"/>
          <p:cNvSpPr>
            <a:spLocks noGrp="1"/>
          </p:cNvSpPr>
          <p:nvPr>
            <p:ph type="ftr" sz="quarter" idx="11"/>
          </p:nvPr>
        </p:nvSpPr>
        <p:spPr/>
        <p:txBody>
          <a:bodyPr/>
          <a:lstStyle/>
          <a:p>
            <a:r>
              <a:rPr lang="en-US"/>
              <a:t>0th REVIEW         173030211           Department of CSE</a:t>
            </a:r>
          </a:p>
        </p:txBody>
      </p:sp>
      <p:sp>
        <p:nvSpPr>
          <p:cNvPr id="9" name="Slide Number Placeholder 8"/>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07-03-2026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07-03-2026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5.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5.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5.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www.w3schools.com/" TargetMode="External"/><Relationship Id="rId7" Type="http://schemas.openxmlformats.org/officeDocument/2006/relationships/image" Target="../media/image1.png"/><Relationship Id="rId2" Type="http://schemas.openxmlformats.org/officeDocument/2006/relationships/hyperlink" Target="https://developer.mozilla.org/" TargetMode="External"/><Relationship Id="rId1" Type="http://schemas.openxmlformats.org/officeDocument/2006/relationships/slideLayout" Target="../slideLayouts/slideLayout2.xml"/><Relationship Id="rId6" Type="http://schemas.openxmlformats.org/officeDocument/2006/relationships/hyperlink" Target="https://www.programiz.com/" TargetMode="External"/><Relationship Id="rId5" Type="http://schemas.openxmlformats.org/officeDocument/2006/relationships/hyperlink" Target="https://www.geeksforgeeks.org/" TargetMode="External"/><Relationship Id="rId4" Type="http://schemas.openxmlformats.org/officeDocument/2006/relationships/hyperlink" Target="https://javascript.info/" TargetMode="Externa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TopBand"/>
          <p:cNvSpPr>
            <a:spLocks noGrp="1"/>
          </p:cNvSpPr>
          <p:nvPr/>
        </p:nvSpPr>
        <p:spPr>
          <a:xfrm>
            <a:off x="0" y="0"/>
            <a:ext cx="12192000" cy="800000"/>
          </a:xfrm>
          <a:prstGeom prst="rect">
            <a:avLst/>
          </a:prstGeom>
          <a:solidFill>
            <a:srgbClr val="5C0E1F"/>
          </a:solidFill>
          <a:ln>
            <a:noFill/>
          </a:ln>
        </p:spPr>
        <p:txBody>
          <a:bodyPr/>
          <a:lstStyle/>
          <a:p>
            <a:endParaRPr/>
          </a:p>
        </p:txBody>
      </p:sp>
      <p:sp>
        <p:nvSpPr>
          <p:cNvPr id="9903" name="BG_GoldTop"/>
          <p:cNvSpPr>
            <a:spLocks noGrp="1"/>
          </p:cNvSpPr>
          <p:nvPr/>
        </p:nvSpPr>
        <p:spPr>
          <a:xfrm>
            <a:off x="0" y="800000"/>
            <a:ext cx="12192000" cy="55000"/>
          </a:xfrm>
          <a:prstGeom prst="rect">
            <a:avLst/>
          </a:prstGeom>
          <a:solidFill>
            <a:srgbClr val="C9A84C"/>
          </a:solidFill>
          <a:ln>
            <a:noFill/>
          </a:ln>
        </p:spPr>
        <p:txBody>
          <a:bodyPr/>
          <a:lstStyle/>
          <a:p>
            <a:endParaRPr/>
          </a:p>
        </p:txBody>
      </p:sp>
      <p:sp>
        <p:nvSpPr>
          <p:cNvPr id="9904" name="BG_SubGold"/>
          <p:cNvSpPr>
            <a:spLocks noGrp="1"/>
          </p:cNvSpPr>
          <p:nvPr/>
        </p:nvSpPr>
        <p:spPr>
          <a:xfrm>
            <a:off x="0" y="855000"/>
            <a:ext cx="12192000" cy="25000"/>
          </a:xfrm>
          <a:prstGeom prst="rect">
            <a:avLst/>
          </a:prstGeom>
          <a:solidFill>
            <a:srgbClr val="E8C96A"/>
          </a:solidFill>
          <a:ln>
            <a:noFill/>
          </a:ln>
        </p:spPr>
        <p:txBody>
          <a:bodyPr/>
          <a:lstStyle/>
          <a:p>
            <a:endParaRPr/>
          </a:p>
        </p:txBody>
      </p:sp>
      <p:sp>
        <p:nvSpPr>
          <p:cNvPr id="9905" name="BG_BotBand"/>
          <p:cNvSpPr>
            <a:spLocks noGrp="1"/>
          </p:cNvSpPr>
          <p:nvPr/>
        </p:nvSpPr>
        <p:spPr>
          <a:xfrm>
            <a:off x="0" y="6158000"/>
            <a:ext cx="12192000" cy="700000"/>
          </a:xfrm>
          <a:prstGeom prst="rect">
            <a:avLst/>
          </a:prstGeom>
          <a:solidFill>
            <a:srgbClr val="5C0E1F"/>
          </a:solidFill>
          <a:ln>
            <a:noFill/>
          </a:ln>
        </p:spPr>
        <p:txBody>
          <a:bodyPr/>
          <a:lstStyle/>
          <a:p>
            <a:endParaRPr/>
          </a:p>
        </p:txBody>
      </p:sp>
      <p:sp>
        <p:nvSpPr>
          <p:cNvPr id="9906" name="BG_BotGold"/>
          <p:cNvSpPr>
            <a:spLocks noGrp="1"/>
          </p:cNvSpPr>
          <p:nvPr/>
        </p:nvSpPr>
        <p:spPr>
          <a:xfrm>
            <a:off x="0" y="6108000"/>
            <a:ext cx="12192000" cy="55000"/>
          </a:xfrm>
          <a:prstGeom prst="rect">
            <a:avLst/>
          </a:prstGeom>
          <a:solidFill>
            <a:srgbClr val="C9A84C"/>
          </a:solidFill>
          <a:ln>
            <a:noFill/>
          </a:ln>
        </p:spPr>
        <p:txBody>
          <a:bodyPr/>
          <a:lstStyle/>
          <a:p>
            <a:endParaRPr/>
          </a:p>
        </p:txBody>
      </p:sp>
      <p:sp>
        <p:nvSpPr>
          <p:cNvPr id="9907" name="BG_BotGold2"/>
          <p:cNvSpPr>
            <a:spLocks noGrp="1"/>
          </p:cNvSpPr>
          <p:nvPr/>
        </p:nvSpPr>
        <p:spPr>
          <a:xfrm>
            <a:off x="0" y="6078000"/>
            <a:ext cx="12192000" cy="25000"/>
          </a:xfrm>
          <a:prstGeom prst="rect">
            <a:avLst/>
          </a:prstGeom>
          <a:solidFill>
            <a:srgbClr val="E8C96A"/>
          </a:solidFill>
          <a:ln>
            <a:noFill/>
          </a:ln>
        </p:spPr>
        <p:txBody>
          <a:bodyPr/>
          <a:lstStyle/>
          <a:p>
            <a:endParaRPr/>
          </a:p>
        </p:txBody>
      </p:sp>
      <p:sp>
        <p:nvSpPr>
          <p:cNvPr id="9908" name="BG_CornerDot1"/>
          <p:cNvSpPr>
            <a:spLocks noGrp="1"/>
          </p:cNvSpPr>
          <p:nvPr/>
        </p:nvSpPr>
        <p:spPr>
          <a:xfrm>
            <a:off x="80000" y="930000"/>
            <a:ext cx="120000" cy="120000"/>
          </a:xfrm>
          <a:prstGeom prst="rect">
            <a:avLst/>
          </a:prstGeom>
          <a:solidFill>
            <a:srgbClr val="C9A84C">
              <a:alpha val="30000"/>
            </a:srgbClr>
          </a:solidFill>
          <a:ln>
            <a:noFill/>
          </a:ln>
        </p:spPr>
        <p:txBody>
          <a:bodyPr/>
          <a:lstStyle/>
          <a:p>
            <a:endParaRPr/>
          </a:p>
        </p:txBody>
      </p:sp>
      <p:sp>
        <p:nvSpPr>
          <p:cNvPr id="9909" name="BG_CornerDot2"/>
          <p:cNvSpPr>
            <a:spLocks noGrp="1"/>
          </p:cNvSpPr>
          <p:nvPr/>
        </p:nvSpPr>
        <p:spPr>
          <a:xfrm>
            <a:off x="11992000" y="930000"/>
            <a:ext cx="120000" cy="120000"/>
          </a:xfrm>
          <a:prstGeom prst="rect">
            <a:avLst/>
          </a:prstGeom>
          <a:solidFill>
            <a:srgbClr val="C9A84C">
              <a:alpha val="30000"/>
            </a:srgbClr>
          </a:solidFill>
          <a:ln>
            <a:noFill/>
          </a:ln>
        </p:spPr>
        <p:txBody>
          <a:bodyPr/>
          <a:lstStyle/>
          <a:p>
            <a:endParaRPr/>
          </a:p>
        </p:txBody>
      </p:sp>
      <p:sp>
        <p:nvSpPr>
          <p:cNvPr id="2" name="Title 1"/>
          <p:cNvSpPr>
            <a:spLocks noGrp="1"/>
          </p:cNvSpPr>
          <p:nvPr>
            <p:ph type="title"/>
          </p:nvPr>
        </p:nvSpPr>
        <p:spPr>
          <a:xfrm>
            <a:off x="150000" y="120000"/>
            <a:ext cx="11900000" cy="560000"/>
          </a:xfrm>
        </p:spPr>
        <p:txBody>
          <a:bodyPr>
            <a:noAutofit/>
          </a:bodyPr>
          <a:lstStyle/>
          <a:p>
            <a:pPr algn="ctr">
              <a:lnSpc>
                <a:spcPct val="100000"/>
              </a:lnSpc>
            </a:pPr>
            <a:r>
              <a:rPr lang="en-GB" sz="2400" dirty="0" err="1">
                <a:solidFill>
                  <a:srgbClr val="F7EDD0"/>
                </a:solidFill>
                <a:latin typeface="+mn-lt"/>
                <a:cs typeface="Arial" panose="020B0604020202020204" pitchFamily="34" charset="0"/>
              </a:rPr>
              <a:t>PreSareeFinder</a:t>
            </a:r>
            <a:r>
              <a:rPr lang="en-GB" sz="2400" dirty="0">
                <a:solidFill>
                  <a:srgbClr val="F7EDD0"/>
                </a:solidFill>
                <a:latin typeface="+mn-lt"/>
                <a:cs typeface="Arial" panose="020B0604020202020204" pitchFamily="34" charset="0"/>
              </a:rPr>
              <a:t> – Budget-Based Saree Discovery Platform for Hyderabad</a:t>
            </a:r>
            <a:endParaRPr lang="en-US" sz="2400" dirty="0">
              <a:solidFill>
                <a:srgbClr val="F7EDD0"/>
              </a:solidFill>
              <a:latin typeface="+mn-lt"/>
              <a:cs typeface="Arial" panose="020B0604020202020204" pitchFamily="34" charset="0"/>
            </a:endParaRPr>
          </a:p>
        </p:txBody>
      </p:sp>
      <p:sp>
        <p:nvSpPr>
          <p:cNvPr id="3" name="Content Placeholder 2"/>
          <p:cNvSpPr>
            <a:spLocks noGrp="1"/>
          </p:cNvSpPr>
          <p:nvPr>
            <p:ph sz="half" idx="1"/>
          </p:nvPr>
        </p:nvSpPr>
        <p:spPr>
          <a:xfrm>
            <a:off x="838200" y="1150130"/>
            <a:ext cx="10515600" cy="1097555"/>
          </a:xfrm>
        </p:spPr>
        <p:txBody>
          <a:bodyPr>
            <a:noAutofit/>
          </a:bodyPr>
          <a:lstStyle/>
          <a:p>
            <a:pPr marL="0" indent="0" algn="ctr">
              <a:buNone/>
            </a:pPr>
            <a:r>
              <a:rPr sz="1600" dirty="0">
                <a:latin typeface="Times New Roman" panose="02020603050405020304"/>
              </a:rPr>
              <a:t>Student Name:  </a:t>
            </a:r>
            <a:r>
              <a:rPr sz="1600" dirty="0" err="1">
                <a:latin typeface="Times New Roman" panose="02020603050405020304"/>
              </a:rPr>
              <a:t>Kamtam</a:t>
            </a:r>
            <a:r>
              <a:rPr sz="1600" dirty="0">
                <a:latin typeface="Times New Roman" panose="02020603050405020304"/>
              </a:rPr>
              <a:t> Priyanka</a:t>
            </a:r>
            <a:endParaRPr lang="en-US" sz="5400" dirty="0"/>
          </a:p>
          <a:p>
            <a:pPr algn="ctr">
              <a:buNone/>
            </a:pPr>
            <a:r>
              <a:rPr sz="1600" dirty="0">
                <a:latin typeface="Times New Roman" panose="02020603050405020304"/>
              </a:rPr>
              <a:t>Student ID:  2520090001</a:t>
            </a:r>
          </a:p>
          <a:p>
            <a:pPr algn="ctr">
              <a:buNone/>
            </a:pPr>
            <a:r>
              <a:rPr sz="1600" dirty="0">
                <a:latin typeface="Times New Roman" panose="02020603050405020304"/>
              </a:rPr>
              <a:t>Dept:  CSIT</a:t>
            </a:r>
          </a:p>
          <a:p>
            <a:pPr algn="ctr">
              <a:buNone/>
            </a:pPr>
            <a:r>
              <a:rPr sz="1600" dirty="0">
                <a:latin typeface="Times New Roman" panose="02020603050405020304"/>
              </a:rPr>
              <a:t>Section:  </a:t>
            </a:r>
            <a:r>
              <a:rPr lang="en-GB" sz="1600" dirty="0">
                <a:latin typeface="Times New Roman" panose="02020603050405020304"/>
              </a:rPr>
              <a:t>8</a:t>
            </a:r>
            <a:endParaRPr sz="1600" dirty="0">
              <a:latin typeface="Times New Roman" panose="02020603050405020304"/>
            </a:endParaRPr>
          </a:p>
        </p:txBody>
      </p:sp>
      <p:sp>
        <p:nvSpPr>
          <p:cNvPr id="6" name="Date Placeholder 5"/>
          <p:cNvSpPr>
            <a:spLocks noGrp="1"/>
          </p:cNvSpPr>
          <p:nvPr>
            <p:ph type="dt" sz="half" idx="10"/>
          </p:nvPr>
        </p:nvSpPr>
        <p:spPr>
          <a:xfrm>
            <a:off x="790877" y="6288988"/>
            <a:ext cx="2743200" cy="365125"/>
          </a:xfrm>
        </p:spPr>
        <p:txBody>
          <a:bodyPr/>
          <a:lstStyle/>
          <a:p>
            <a:r>
              <a:rPr lang="en-US" dirty="0">
                <a:solidFill>
                  <a:srgbClr val="FDF6EC"/>
                </a:solidFill>
              </a:rPr>
              <a:t>10-03-2026</a:t>
            </a:r>
          </a:p>
        </p:txBody>
      </p:sp>
      <p:pic>
        <p:nvPicPr>
          <p:cNvPr id="12" name="Picture 11" descr="A picture containing shape  Description automatically generated"/>
          <p:cNvPicPr>
            <a:picLocks noChangeAspect="1"/>
          </p:cNvPicPr>
          <p:nvPr/>
        </p:nvPicPr>
        <p:blipFill>
          <a:blip r:embed="rId2"/>
          <a:stretch>
            <a:fillRect/>
          </a:stretch>
        </p:blipFill>
        <p:spPr>
          <a:xfrm>
            <a:off x="5356361" y="5015918"/>
            <a:ext cx="1725712" cy="930978"/>
          </a:xfrm>
          <a:prstGeom prst="rect">
            <a:avLst/>
          </a:prstGeom>
        </p:spPr>
      </p:pic>
      <p:sp>
        <p:nvSpPr>
          <p:cNvPr id="13" name="Content Placeholder 3"/>
          <p:cNvSpPr txBox="1"/>
          <p:nvPr/>
        </p:nvSpPr>
        <p:spPr>
          <a:xfrm>
            <a:off x="666115" y="3082256"/>
            <a:ext cx="11199471" cy="1571945"/>
          </a:xfrm>
          <a:prstGeom prst="rect">
            <a:avLst/>
          </a:prstGeom>
        </p:spPr>
        <p:txBody>
          <a:bodyPr vert="horz" lIns="91440" tIns="45720" rIns="91440" bIns="45720" rtlCol="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sz="2000" dirty="0">
                <a:latin typeface="Times New Roman" panose="02020603050405020304"/>
              </a:rPr>
              <a:t>Under the Guidance</a:t>
            </a:r>
          </a:p>
          <a:p>
            <a:pPr algn="ctr">
              <a:buNone/>
            </a:pPr>
            <a:r>
              <a:rPr sz="2000" dirty="0">
                <a:latin typeface="Times New Roman" panose="02020603050405020304"/>
              </a:rPr>
              <a:t>of</a:t>
            </a:r>
          </a:p>
          <a:p>
            <a:pPr algn="ctr">
              <a:buNone/>
            </a:pPr>
            <a:r>
              <a:rPr sz="2000" dirty="0">
                <a:solidFill>
                  <a:srgbClr val="00B050"/>
                </a:solidFill>
                <a:latin typeface="Times New Roman" panose="02020603050405020304"/>
              </a:rPr>
              <a:t>Supervisor Name:  </a:t>
            </a:r>
            <a:r>
              <a:rPr lang="en-GB" sz="2000" dirty="0">
                <a:solidFill>
                  <a:srgbClr val="00B050"/>
                </a:solidFill>
                <a:latin typeface="Times New Roman" panose="02020603050405020304"/>
              </a:rPr>
              <a:t>Dr Jayaram Boga &amp; </a:t>
            </a:r>
            <a:r>
              <a:rPr lang="en-GB" sz="2000" dirty="0" err="1">
                <a:solidFill>
                  <a:srgbClr val="00B050"/>
                </a:solidFill>
                <a:latin typeface="Times New Roman" panose="02020603050405020304"/>
              </a:rPr>
              <a:t>Balaiah</a:t>
            </a:r>
            <a:r>
              <a:rPr lang="en-GB" sz="2000" dirty="0">
                <a:solidFill>
                  <a:srgbClr val="00B050"/>
                </a:solidFill>
                <a:latin typeface="Times New Roman" panose="02020603050405020304"/>
              </a:rPr>
              <a:t> </a:t>
            </a:r>
            <a:r>
              <a:rPr lang="en-GB" sz="2000" dirty="0" err="1">
                <a:solidFill>
                  <a:srgbClr val="00B050"/>
                </a:solidFill>
                <a:latin typeface="Times New Roman" panose="02020603050405020304"/>
              </a:rPr>
              <a:t>Gudipudi</a:t>
            </a:r>
            <a:endParaRPr lang="en-GB" sz="2000" dirty="0">
              <a:solidFill>
                <a:srgbClr val="00B050"/>
              </a:solidFill>
              <a:latin typeface="Times New Roman" panose="02020603050405020304"/>
            </a:endParaRPr>
          </a:p>
          <a:p>
            <a:pPr algn="ctr">
              <a:buNone/>
            </a:pPr>
            <a:r>
              <a:rPr sz="2000" dirty="0">
                <a:solidFill>
                  <a:srgbClr val="00B050"/>
                </a:solidFill>
                <a:latin typeface="Times New Roman" panose="02020603050405020304"/>
              </a:rPr>
              <a:t>Assistant Professor</a:t>
            </a:r>
          </a:p>
          <a:p>
            <a:pPr algn="ctr">
              <a:buNone/>
            </a:pPr>
            <a:r>
              <a:rPr sz="2000" dirty="0">
                <a:solidFill>
                  <a:srgbClr val="00B050"/>
                </a:solidFill>
                <a:latin typeface="Times New Roman" panose="02020603050405020304"/>
              </a:rPr>
              <a:t>Department of CSIT</a:t>
            </a:r>
          </a:p>
        </p:txBody>
      </p:sp>
      <p:sp>
        <p:nvSpPr>
          <p:cNvPr id="5" name="Slide Number Placeholder 4"/>
          <p:cNvSpPr>
            <a:spLocks noGrp="1"/>
          </p:cNvSpPr>
          <p:nvPr>
            <p:ph type="sldNum" sz="quarter" idx="12"/>
          </p:nvPr>
        </p:nvSpPr>
        <p:spPr/>
        <p:txBody>
          <a:bodyPr/>
          <a:lstStyle/>
          <a:p>
            <a:fld id="{B961B71F-4B40-8942-BB88-E0F5C0B46E10}" type="slidenum">
              <a:rPr lang="en-US" smtClean="0">
                <a:solidFill>
                  <a:srgbClr val="FDF6EC"/>
                </a:solidFill>
              </a:rPr>
              <a:t>1</a:t>
            </a:fld>
            <a:endParaRPr lang="en-US">
              <a:solidFill>
                <a:srgbClr val="FDF6EC"/>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42310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16000" y="20001"/>
            <a:ext cx="12192001" cy="749614"/>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8" name="Title 7"/>
          <p:cNvSpPr>
            <a:spLocks noGrp="1"/>
          </p:cNvSpPr>
          <p:nvPr>
            <p:ph type="title"/>
          </p:nvPr>
        </p:nvSpPr>
        <p:spPr>
          <a:xfrm>
            <a:off x="1180618" y="20001"/>
            <a:ext cx="10173182" cy="751999"/>
          </a:xfrm>
        </p:spPr>
        <p:txBody>
          <a:bodyPr>
            <a:normAutofit/>
          </a:bodyPr>
          <a:lstStyle/>
          <a:p>
            <a:pPr algn="ctr"/>
            <a:r>
              <a:rPr lang="en-US" b="1" dirty="0">
                <a:solidFill>
                  <a:schemeClr val="bg1"/>
                </a:solidFill>
              </a:rPr>
              <a:t>Abstract</a:t>
            </a:r>
          </a:p>
        </p:txBody>
      </p:sp>
      <p:sp>
        <p:nvSpPr>
          <p:cNvPr id="9" name="Content Placeholder 8"/>
          <p:cNvSpPr>
            <a:spLocks noGrp="1"/>
          </p:cNvSpPr>
          <p:nvPr>
            <p:ph idx="1"/>
          </p:nvPr>
        </p:nvSpPr>
        <p:spPr>
          <a:xfrm>
            <a:off x="838200" y="1424539"/>
            <a:ext cx="10515600" cy="4752424"/>
          </a:xfrm>
        </p:spPr>
        <p:txBody>
          <a:bodyPr>
            <a:normAutofit/>
          </a:bodyPr>
          <a:lstStyle/>
          <a:p>
            <a:pPr marL="0" indent="0">
              <a:lnSpc>
                <a:spcPct val="150000"/>
              </a:lnSpc>
              <a:buNone/>
            </a:pPr>
            <a:r>
              <a:rPr lang="en-GB" sz="2400" dirty="0" err="1"/>
              <a:t>PreSareeFinder</a:t>
            </a:r>
            <a:r>
              <a:rPr lang="en-GB" sz="2400" dirty="0"/>
              <a:t> is a platform that helps users explore saree collections from Hyderabad stores before visiting shopping malls. Customers can browse sarees based on budget and style such as silk, cotton, or designer sarees, save favourites, add items to cart, and view billing details. Store admins can add new sarees, update prices, and manage stock. The project combines Front-End Web Development and Data Structures &amp; Algorithms, using HTML, CSS, JavaScript, and local Storage for the interface and data handling, while searching, sorting, and data structures are used to efficiently manage saree information.</a:t>
            </a:r>
            <a:endParaRPr sz="2400" dirty="0">
              <a:latin typeface="Times New Roman" panose="02020603050405020304"/>
            </a:endParaRPr>
          </a:p>
        </p:txBody>
      </p:sp>
      <p:sp>
        <p:nvSpPr>
          <p:cNvPr id="6" name="Footer Placeholder 5"/>
          <p:cNvSpPr>
            <a:spLocks noGrp="1"/>
          </p:cNvSpPr>
          <p:nvPr>
            <p:ph type="ftr" sz="quarter" idx="11"/>
          </p:nvPr>
        </p:nvSpPr>
        <p:spPr/>
        <p:txBody>
          <a:bodyPr/>
          <a:lstStyle/>
          <a:p>
            <a:r>
              <a:rPr sz="1200">
                <a:solidFill>
                  <a:srgbClr val="FDF6EC"/>
                </a:solidFill>
                <a:latin typeface="Times New Roman" panose="02020603050405020304"/>
              </a:rPr>
              <a:t>2520090001           Department of CSIT</a:t>
            </a:r>
          </a:p>
        </p:txBody>
      </p:sp>
      <p:sp>
        <p:nvSpPr>
          <p:cNvPr id="7" name="Slide Number Placeholder 6"/>
          <p:cNvSpPr>
            <a:spLocks noGrp="1"/>
          </p:cNvSpPr>
          <p:nvPr>
            <p:ph type="sldNum" sz="quarter" idx="12"/>
          </p:nvPr>
        </p:nvSpPr>
        <p:spPr/>
        <p:txBody>
          <a:bodyPr/>
          <a:lstStyle/>
          <a:p>
            <a:fld id="{B961B71F-4B40-8942-BB88-E0F5C0B46E10}" type="slidenum">
              <a:rPr lang="en-US" smtClean="0">
                <a:solidFill>
                  <a:srgbClr val="FDF6EC"/>
                </a:solidFill>
              </a:rPr>
              <a:t>2</a:t>
            </a:fld>
            <a:endParaRPr lang="en-US">
              <a:solidFill>
                <a:srgbClr val="FDF6EC"/>
              </a:solidFill>
            </a:endParaRPr>
          </a:p>
        </p:txBody>
      </p:sp>
      <p:sp>
        <p:nvSpPr>
          <p:cNvPr id="11" name="Date Placeholder 5">
            <a:extLst>
              <a:ext uri="{FF2B5EF4-FFF2-40B4-BE49-F238E27FC236}">
                <a16:creationId xmlns:a16="http://schemas.microsoft.com/office/drawing/2014/main" id="{5C8EDE54-1380-49E6-A91F-07FC19FEAC71}"/>
              </a:ext>
            </a:extLst>
          </p:cNvPr>
          <p:cNvSpPr>
            <a:spLocks noGrp="1"/>
          </p:cNvSpPr>
          <p:nvPr>
            <p:ph type="dt" sz="half" idx="10"/>
          </p:nvPr>
        </p:nvSpPr>
        <p:spPr>
          <a:xfrm>
            <a:off x="838200" y="6356350"/>
            <a:ext cx="2743200" cy="365125"/>
          </a:xfrm>
        </p:spPr>
        <p:txBody>
          <a:bodyPr/>
          <a:lstStyle/>
          <a:p>
            <a:r>
              <a:rPr lang="en-US" dirty="0">
                <a:solidFill>
                  <a:srgbClr val="FDF6EC"/>
                </a:solidFill>
              </a:rPr>
              <a:t>10-03-2026</a:t>
            </a:r>
          </a:p>
        </p:txBody>
      </p:sp>
      <p:pic>
        <p:nvPicPr>
          <p:cNvPr id="16" name="Picture 15" descr="A picture containing shape  Description automatically generated">
            <a:extLst>
              <a:ext uri="{FF2B5EF4-FFF2-40B4-BE49-F238E27FC236}">
                <a16:creationId xmlns:a16="http://schemas.microsoft.com/office/drawing/2014/main" id="{C6EB4681-A86F-4B7C-B5E6-9BE40E9690FC}"/>
              </a:ext>
            </a:extLst>
          </p:cNvPr>
          <p:cNvPicPr>
            <a:picLocks noChangeAspect="1"/>
          </p:cNvPicPr>
          <p:nvPr/>
        </p:nvPicPr>
        <p:blipFill>
          <a:blip r:embed="rId2"/>
          <a:stretch>
            <a:fillRect/>
          </a:stretch>
        </p:blipFill>
        <p:spPr>
          <a:xfrm>
            <a:off x="30000" y="20001"/>
            <a:ext cx="1725712" cy="97953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8" name="Title 7"/>
          <p:cNvSpPr>
            <a:spLocks noGrp="1"/>
          </p:cNvSpPr>
          <p:nvPr>
            <p:ph type="title"/>
          </p:nvPr>
        </p:nvSpPr>
        <p:spPr>
          <a:xfrm>
            <a:off x="1180618" y="0"/>
            <a:ext cx="10173182" cy="820651"/>
          </a:xfrm>
        </p:spPr>
        <p:txBody>
          <a:bodyPr/>
          <a:lstStyle/>
          <a:p>
            <a:pPr algn="ctr"/>
            <a:r>
              <a:rPr lang="en-US" b="1" dirty="0">
                <a:solidFill>
                  <a:schemeClr val="bg1"/>
                </a:solidFill>
              </a:rPr>
              <a:t>Existing System </a:t>
            </a:r>
          </a:p>
        </p:txBody>
      </p:sp>
      <p:sp>
        <p:nvSpPr>
          <p:cNvPr id="6" name="Footer Placeholder 5"/>
          <p:cNvSpPr>
            <a:spLocks noGrp="1"/>
          </p:cNvSpPr>
          <p:nvPr>
            <p:ph type="ftr" sz="quarter" idx="11"/>
          </p:nvPr>
        </p:nvSpPr>
        <p:spPr/>
        <p:txBody>
          <a:bodyPr/>
          <a:lstStyle/>
          <a:p>
            <a:r>
              <a:rPr sz="1200" dirty="0">
                <a:solidFill>
                  <a:srgbClr val="FDF6EC"/>
                </a:solidFill>
                <a:latin typeface="Times New Roman" panose="02020603050405020304"/>
              </a:rPr>
              <a:t>2520090001           Department of CSIT</a:t>
            </a:r>
          </a:p>
        </p:txBody>
      </p:sp>
      <p:sp>
        <p:nvSpPr>
          <p:cNvPr id="7" name="Slide Number Placeholder 6"/>
          <p:cNvSpPr>
            <a:spLocks noGrp="1"/>
          </p:cNvSpPr>
          <p:nvPr>
            <p:ph type="sldNum" sz="quarter" idx="12"/>
          </p:nvPr>
        </p:nvSpPr>
        <p:spPr/>
        <p:txBody>
          <a:bodyPr/>
          <a:lstStyle/>
          <a:p>
            <a:fld id="{B961B71F-4B40-8942-BB88-E0F5C0B46E10}" type="slidenum">
              <a:rPr lang="en-US" smtClean="0">
                <a:solidFill>
                  <a:srgbClr val="FDF6EC"/>
                </a:solidFill>
              </a:rPr>
              <a:t>3</a:t>
            </a:fld>
            <a:endParaRPr lang="en-US">
              <a:solidFill>
                <a:srgbClr val="FDF6EC"/>
              </a:solidFill>
            </a:endParaRPr>
          </a:p>
        </p:txBody>
      </p:sp>
      <p:sp>
        <p:nvSpPr>
          <p:cNvPr id="10" name="Date Placeholder 5">
            <a:extLst>
              <a:ext uri="{FF2B5EF4-FFF2-40B4-BE49-F238E27FC236}">
                <a16:creationId xmlns:a16="http://schemas.microsoft.com/office/drawing/2014/main" id="{8A0ED43F-9924-482E-9A4C-1FEB5AD4C700}"/>
              </a:ext>
            </a:extLst>
          </p:cNvPr>
          <p:cNvSpPr txBox="1">
            <a:spLocks/>
          </p:cNvSpPr>
          <p:nvPr/>
        </p:nvSpPr>
        <p:spPr>
          <a:xfrm>
            <a:off x="759593"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10-03-2026</a:t>
            </a:r>
          </a:p>
        </p:txBody>
      </p:sp>
      <p:sp>
        <p:nvSpPr>
          <p:cNvPr id="2" name="Content Placeholder 1">
            <a:extLst>
              <a:ext uri="{FF2B5EF4-FFF2-40B4-BE49-F238E27FC236}">
                <a16:creationId xmlns:a16="http://schemas.microsoft.com/office/drawing/2014/main" id="{45AF2583-1E03-44AE-80C3-61605DA1BD66}"/>
              </a:ext>
            </a:extLst>
          </p:cNvPr>
          <p:cNvSpPr>
            <a:spLocks noGrp="1" noChangeArrowheads="1"/>
          </p:cNvSpPr>
          <p:nvPr>
            <p:ph idx="1"/>
          </p:nvPr>
        </p:nvSpPr>
        <p:spPr bwMode="auto">
          <a:xfrm>
            <a:off x="981777" y="1651343"/>
            <a:ext cx="10481911" cy="4190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There is no single platform to compare sarees across multiple Hyderabad stores.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Customers must visit each store physically to check saree designs, prices, and availability.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Store owners mostly manage inventory manually without any digital system.</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There is no proper separation between customer browsing and store admin management.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Existing e-commerce platforms are complex and require backend servers, which small stores cannot easily maintain.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Traditional systems do not use efficient data structures or algorithms to organize, search, or manage saree information.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Small local Hyderabad stores lack a simple online presence to showcase their collections.</a:t>
            </a:r>
          </a:p>
        </p:txBody>
      </p:sp>
      <p:pic>
        <p:nvPicPr>
          <p:cNvPr id="16" name="Picture 15" descr="A picture containing shape  Description automatically generated">
            <a:extLst>
              <a:ext uri="{FF2B5EF4-FFF2-40B4-BE49-F238E27FC236}">
                <a16:creationId xmlns:a16="http://schemas.microsoft.com/office/drawing/2014/main" id="{CA5A92D7-65EA-4088-A3CA-D87EFDC7DEC3}"/>
              </a:ext>
            </a:extLst>
          </p:cNvPr>
          <p:cNvPicPr>
            <a:picLocks noChangeAspect="1"/>
          </p:cNvPicPr>
          <p:nvPr/>
        </p:nvPicPr>
        <p:blipFill>
          <a:blip r:embed="rId2"/>
          <a:stretch>
            <a:fillRect/>
          </a:stretch>
        </p:blipFill>
        <p:spPr>
          <a:xfrm>
            <a:off x="30000" y="20001"/>
            <a:ext cx="1725712" cy="97953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8" name="Title 7"/>
          <p:cNvSpPr>
            <a:spLocks noGrp="1"/>
          </p:cNvSpPr>
          <p:nvPr>
            <p:ph type="title"/>
          </p:nvPr>
        </p:nvSpPr>
        <p:spPr>
          <a:xfrm>
            <a:off x="1180618" y="-2623"/>
            <a:ext cx="10173182" cy="698363"/>
          </a:xfrm>
        </p:spPr>
        <p:txBody>
          <a:bodyPr>
            <a:normAutofit/>
          </a:bodyPr>
          <a:lstStyle/>
          <a:p>
            <a:pPr algn="ctr"/>
            <a:r>
              <a:rPr lang="en-US" b="1" dirty="0">
                <a:solidFill>
                  <a:srgbClr val="FFFFFF"/>
                </a:solidFill>
              </a:rPr>
              <a:t>Proposed System</a:t>
            </a:r>
          </a:p>
        </p:txBody>
      </p:sp>
      <p:sp>
        <p:nvSpPr>
          <p:cNvPr id="5" name="Date Placeholder 4"/>
          <p:cNvSpPr>
            <a:spLocks noGrp="1"/>
          </p:cNvSpPr>
          <p:nvPr>
            <p:ph type="dt" sz="half" idx="10"/>
          </p:nvPr>
        </p:nvSpPr>
        <p:spPr/>
        <p:txBody>
          <a:bodyPr/>
          <a:lstStyle/>
          <a:p>
            <a:r>
              <a:rPr lang="en-IN" dirty="0">
                <a:solidFill>
                  <a:srgbClr val="FDF6EC"/>
                </a:solidFill>
              </a:rPr>
              <a:t>10-03-2026</a:t>
            </a:r>
            <a:endParaRPr lang="en-US" dirty="0">
              <a:solidFill>
                <a:srgbClr val="FDF6EC"/>
              </a:solidFill>
            </a:endParaRPr>
          </a:p>
        </p:txBody>
      </p:sp>
      <p:sp>
        <p:nvSpPr>
          <p:cNvPr id="6" name="Footer Placeholder 5"/>
          <p:cNvSpPr>
            <a:spLocks noGrp="1"/>
          </p:cNvSpPr>
          <p:nvPr>
            <p:ph type="ftr" sz="quarter" idx="11"/>
          </p:nvPr>
        </p:nvSpPr>
        <p:spPr/>
        <p:txBody>
          <a:bodyPr/>
          <a:lstStyle/>
          <a:p>
            <a:r>
              <a:rPr sz="1200">
                <a:solidFill>
                  <a:srgbClr val="FDF6EC"/>
                </a:solidFill>
                <a:latin typeface="Times New Roman" panose="02020603050405020304"/>
              </a:rPr>
              <a:t>2520090001           Department of CSIT</a:t>
            </a:r>
          </a:p>
        </p:txBody>
      </p:sp>
      <p:sp>
        <p:nvSpPr>
          <p:cNvPr id="7" name="Slide Number Placeholder 6"/>
          <p:cNvSpPr>
            <a:spLocks noGrp="1"/>
          </p:cNvSpPr>
          <p:nvPr>
            <p:ph type="sldNum" sz="quarter" idx="12"/>
          </p:nvPr>
        </p:nvSpPr>
        <p:spPr/>
        <p:txBody>
          <a:bodyPr/>
          <a:lstStyle/>
          <a:p>
            <a:fld id="{B961B71F-4B40-8942-BB88-E0F5C0B46E10}" type="slidenum">
              <a:rPr lang="en-US" smtClean="0">
                <a:solidFill>
                  <a:srgbClr val="FDF6EC"/>
                </a:solidFill>
              </a:rPr>
              <a:t>4</a:t>
            </a:fld>
            <a:endParaRPr lang="en-US">
              <a:solidFill>
                <a:srgbClr val="FDF6EC"/>
              </a:solidFill>
            </a:endParaRPr>
          </a:p>
        </p:txBody>
      </p:sp>
      <p:sp>
        <p:nvSpPr>
          <p:cNvPr id="2" name="Content Placeholder 1">
            <a:extLst>
              <a:ext uri="{FF2B5EF4-FFF2-40B4-BE49-F238E27FC236}">
                <a16:creationId xmlns:a16="http://schemas.microsoft.com/office/drawing/2014/main" id="{39AE6FD2-E1EE-4F17-A645-16498AF7630E}"/>
              </a:ext>
            </a:extLst>
          </p:cNvPr>
          <p:cNvSpPr>
            <a:spLocks noGrp="1" noChangeArrowheads="1"/>
          </p:cNvSpPr>
          <p:nvPr>
            <p:ph idx="1"/>
          </p:nvPr>
        </p:nvSpPr>
        <p:spPr bwMode="auto">
          <a:xfrm>
            <a:off x="1180619" y="807965"/>
            <a:ext cx="9464190" cy="5575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A single platform that displays sarees from multiple Hyderabad stores in one place.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Role-based login system providing separate access for customers and store admins.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Customers can search sarees by name and filter by price or category using efficient searching methods.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Users can save sarees to Wishlist and add items to Cart for easy selection.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Store admins can add, edit, delete sarees and update stock details efficiently.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Data is managed using local Storage and organized using data structures and algorithms for faster retrieval.</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The system provides a simple and responsive interface that works smoothly on desktop browsers.</a:t>
            </a:r>
          </a:p>
        </p:txBody>
      </p:sp>
      <p:pic>
        <p:nvPicPr>
          <p:cNvPr id="16" name="Picture 15" descr="A picture containing shape  Description automatically generated">
            <a:extLst>
              <a:ext uri="{FF2B5EF4-FFF2-40B4-BE49-F238E27FC236}">
                <a16:creationId xmlns:a16="http://schemas.microsoft.com/office/drawing/2014/main" id="{C6F19F35-5B8C-48B1-9F93-4F471A241F76}"/>
              </a:ext>
            </a:extLst>
          </p:cNvPr>
          <p:cNvPicPr>
            <a:picLocks noChangeAspect="1"/>
          </p:cNvPicPr>
          <p:nvPr/>
        </p:nvPicPr>
        <p:blipFill>
          <a:blip r:embed="rId2"/>
          <a:stretch>
            <a:fillRect/>
          </a:stretch>
        </p:blipFill>
        <p:spPr>
          <a:xfrm>
            <a:off x="30000" y="20001"/>
            <a:ext cx="1725712" cy="97953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8" name="Title 7"/>
          <p:cNvSpPr>
            <a:spLocks noGrp="1"/>
          </p:cNvSpPr>
          <p:nvPr>
            <p:ph type="title"/>
          </p:nvPr>
        </p:nvSpPr>
        <p:spPr>
          <a:xfrm>
            <a:off x="1180618" y="218661"/>
            <a:ext cx="10173182" cy="675861"/>
          </a:xfrm>
        </p:spPr>
        <p:txBody>
          <a:bodyPr>
            <a:normAutofit fontScale="90000"/>
          </a:bodyPr>
          <a:lstStyle/>
          <a:p>
            <a:pPr algn="ctr"/>
            <a:r>
              <a:rPr lang="en-US" b="1" dirty="0">
                <a:solidFill>
                  <a:srgbClr val="FFFFFF"/>
                </a:solidFill>
              </a:rPr>
              <a:t>System Architecture</a:t>
            </a:r>
          </a:p>
        </p:txBody>
      </p:sp>
      <p:sp>
        <p:nvSpPr>
          <p:cNvPr id="5" name="Date Placeholder 4"/>
          <p:cNvSpPr>
            <a:spLocks noGrp="1"/>
          </p:cNvSpPr>
          <p:nvPr>
            <p:ph type="dt" sz="half" idx="10"/>
          </p:nvPr>
        </p:nvSpPr>
        <p:spPr/>
        <p:txBody>
          <a:bodyPr/>
          <a:lstStyle/>
          <a:p>
            <a:r>
              <a:rPr lang="en-IN" dirty="0">
                <a:solidFill>
                  <a:srgbClr val="FDF6EC"/>
                </a:solidFill>
              </a:rPr>
              <a:t>10-03-2026</a:t>
            </a:r>
            <a:endParaRPr lang="en-US" dirty="0">
              <a:solidFill>
                <a:srgbClr val="FDF6EC"/>
              </a:solidFill>
            </a:endParaRPr>
          </a:p>
        </p:txBody>
      </p:sp>
      <p:sp>
        <p:nvSpPr>
          <p:cNvPr id="6" name="Footer Placeholder 5"/>
          <p:cNvSpPr>
            <a:spLocks noGrp="1"/>
          </p:cNvSpPr>
          <p:nvPr>
            <p:ph type="ftr" sz="quarter" idx="11"/>
          </p:nvPr>
        </p:nvSpPr>
        <p:spPr/>
        <p:txBody>
          <a:bodyPr/>
          <a:lstStyle/>
          <a:p>
            <a:r>
              <a:rPr sz="1200">
                <a:solidFill>
                  <a:srgbClr val="FDF6EC"/>
                </a:solidFill>
                <a:latin typeface="Times New Roman" panose="02020603050405020304"/>
              </a:rPr>
              <a:t>2520090001           Department of CSIT</a:t>
            </a:r>
          </a:p>
        </p:txBody>
      </p:sp>
      <p:sp>
        <p:nvSpPr>
          <p:cNvPr id="7" name="Slide Number Placeholder 6"/>
          <p:cNvSpPr>
            <a:spLocks noGrp="1"/>
          </p:cNvSpPr>
          <p:nvPr>
            <p:ph type="sldNum" sz="quarter" idx="12"/>
          </p:nvPr>
        </p:nvSpPr>
        <p:spPr/>
        <p:txBody>
          <a:bodyPr/>
          <a:lstStyle/>
          <a:p>
            <a:fld id="{B961B71F-4B40-8942-BB88-E0F5C0B46E10}" type="slidenum">
              <a:rPr lang="en-US" smtClean="0">
                <a:solidFill>
                  <a:srgbClr val="FDF6EC"/>
                </a:solidFill>
              </a:rPr>
              <a:t>5</a:t>
            </a:fld>
            <a:endParaRPr lang="en-US">
              <a:solidFill>
                <a:srgbClr val="FDF6EC"/>
              </a:solidFill>
            </a:endParaRPr>
          </a:p>
        </p:txBody>
      </p:sp>
      <p:sp>
        <p:nvSpPr>
          <p:cNvPr id="2" name="Content Placeholder 1">
            <a:extLst>
              <a:ext uri="{FF2B5EF4-FFF2-40B4-BE49-F238E27FC236}">
                <a16:creationId xmlns:a16="http://schemas.microsoft.com/office/drawing/2014/main" id="{AEF22E68-1605-4EFF-B2D1-0288285CA88C}"/>
              </a:ext>
            </a:extLst>
          </p:cNvPr>
          <p:cNvSpPr>
            <a:spLocks noGrp="1" noChangeArrowheads="1"/>
          </p:cNvSpPr>
          <p:nvPr>
            <p:ph idx="1"/>
          </p:nvPr>
        </p:nvSpPr>
        <p:spPr bwMode="auto">
          <a:xfrm>
            <a:off x="934278" y="1110217"/>
            <a:ext cx="10419522" cy="4651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Every page first loads saree data from browser storage or data structures when it opens.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The system then checks the user role (Customer or Admin) after login.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If an unauthorized user tries to access a page, they are redirected back to the login page.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Customers can view saree cards, search, and browse collections, while admins see their store’s inventory management panel.</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Any change made by an admin (add, update, delete sarees) is immediately updated in the system data.</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Customers always see the latest saree information when they open or refresh the page.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Cart and Wishlist data are saved, so selected items remain available even after refreshing or reopening the application</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pic>
        <p:nvPicPr>
          <p:cNvPr id="16" name="Picture 15" descr="A picture containing shape  Description automatically generated">
            <a:extLst>
              <a:ext uri="{FF2B5EF4-FFF2-40B4-BE49-F238E27FC236}">
                <a16:creationId xmlns:a16="http://schemas.microsoft.com/office/drawing/2014/main" id="{DDE452EB-F739-4C14-B6D2-99C7AE209723}"/>
              </a:ext>
            </a:extLst>
          </p:cNvPr>
          <p:cNvPicPr>
            <a:picLocks noChangeAspect="1"/>
          </p:cNvPicPr>
          <p:nvPr/>
        </p:nvPicPr>
        <p:blipFill>
          <a:blip r:embed="rId2"/>
          <a:stretch>
            <a:fillRect/>
          </a:stretch>
        </p:blipFill>
        <p:spPr>
          <a:xfrm>
            <a:off x="30000" y="20001"/>
            <a:ext cx="1725712" cy="97953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2" name="Title 1">
            <a:extLst>
              <a:ext uri="{FF2B5EF4-FFF2-40B4-BE49-F238E27FC236}">
                <a16:creationId xmlns:a16="http://schemas.microsoft.com/office/drawing/2014/main" id="{6247CE00-99D5-46B4-A7BB-1BCFBC68B666}"/>
              </a:ext>
            </a:extLst>
          </p:cNvPr>
          <p:cNvSpPr>
            <a:spLocks noGrp="1"/>
          </p:cNvSpPr>
          <p:nvPr>
            <p:ph type="title"/>
          </p:nvPr>
        </p:nvSpPr>
        <p:spPr>
          <a:xfrm>
            <a:off x="838200" y="136525"/>
            <a:ext cx="10515600" cy="615475"/>
          </a:xfrm>
        </p:spPr>
        <p:txBody>
          <a:bodyPr>
            <a:normAutofit fontScale="90000"/>
          </a:bodyPr>
          <a:lstStyle/>
          <a:p>
            <a:r>
              <a:rPr lang="en-GB" dirty="0">
                <a:solidFill>
                  <a:srgbClr val="FFFFFF"/>
                </a:solidFill>
              </a:rPr>
              <a:t>                       FWD System Architecture</a:t>
            </a:r>
            <a:endParaRPr lang="en-IN" dirty="0">
              <a:solidFill>
                <a:srgbClr val="FFFFFF"/>
              </a:solidFill>
            </a:endParaRPr>
          </a:p>
        </p:txBody>
      </p:sp>
      <p:sp>
        <p:nvSpPr>
          <p:cNvPr id="4" name="Date Placeholder 3">
            <a:extLst>
              <a:ext uri="{FF2B5EF4-FFF2-40B4-BE49-F238E27FC236}">
                <a16:creationId xmlns:a16="http://schemas.microsoft.com/office/drawing/2014/main" id="{D6A9CB2E-8A5F-4487-A77E-B6E5B3B8CD58}"/>
              </a:ext>
            </a:extLst>
          </p:cNvPr>
          <p:cNvSpPr>
            <a:spLocks noGrp="1"/>
          </p:cNvSpPr>
          <p:nvPr>
            <p:ph type="dt" sz="half" idx="10"/>
          </p:nvPr>
        </p:nvSpPr>
        <p:spPr/>
        <p:txBody>
          <a:bodyPr/>
          <a:lstStyle/>
          <a:p>
            <a:r>
              <a:rPr lang="en-US" dirty="0">
                <a:solidFill>
                  <a:srgbClr val="FDF6EC"/>
                </a:solidFill>
              </a:rPr>
              <a:t>10-03-2026</a:t>
            </a:r>
          </a:p>
        </p:txBody>
      </p:sp>
      <p:sp>
        <p:nvSpPr>
          <p:cNvPr id="5" name="Footer Placeholder 4">
            <a:extLst>
              <a:ext uri="{FF2B5EF4-FFF2-40B4-BE49-F238E27FC236}">
                <a16:creationId xmlns:a16="http://schemas.microsoft.com/office/drawing/2014/main" id="{FC21ED8F-E9A5-48FC-87AB-226E522CD6B6}"/>
              </a:ext>
            </a:extLst>
          </p:cNvPr>
          <p:cNvSpPr>
            <a:spLocks noGrp="1"/>
          </p:cNvSpPr>
          <p:nvPr>
            <p:ph type="ftr" sz="quarter" idx="11"/>
          </p:nvPr>
        </p:nvSpPr>
        <p:spPr/>
        <p:txBody>
          <a:bodyPr/>
          <a:lstStyle/>
          <a:p>
            <a:r>
              <a:rPr lang="en-US" dirty="0">
                <a:solidFill>
                  <a:srgbClr val="FDF6EC"/>
                </a:solidFill>
              </a:rPr>
              <a:t>2520090001                Department of CSIT</a:t>
            </a:r>
          </a:p>
        </p:txBody>
      </p:sp>
      <p:sp>
        <p:nvSpPr>
          <p:cNvPr id="6" name="Slide Number Placeholder 5">
            <a:extLst>
              <a:ext uri="{FF2B5EF4-FFF2-40B4-BE49-F238E27FC236}">
                <a16:creationId xmlns:a16="http://schemas.microsoft.com/office/drawing/2014/main" id="{558F37C1-AB07-49F4-A2C1-81554F711D7A}"/>
              </a:ext>
            </a:extLst>
          </p:cNvPr>
          <p:cNvSpPr>
            <a:spLocks noGrp="1"/>
          </p:cNvSpPr>
          <p:nvPr>
            <p:ph type="sldNum" sz="quarter" idx="12"/>
          </p:nvPr>
        </p:nvSpPr>
        <p:spPr/>
        <p:txBody>
          <a:bodyPr/>
          <a:lstStyle/>
          <a:p>
            <a:fld id="{B961B71F-4B40-8942-BB88-E0F5C0B46E10}" type="slidenum">
              <a:rPr lang="en-US" smtClean="0">
                <a:solidFill>
                  <a:srgbClr val="FDF6EC"/>
                </a:solidFill>
              </a:rPr>
              <a:t>6</a:t>
            </a:fld>
            <a:endParaRPr lang="en-US">
              <a:solidFill>
                <a:srgbClr val="FDF6EC"/>
              </a:solidFill>
            </a:endParaRPr>
          </a:p>
        </p:txBody>
      </p:sp>
      <p:pic>
        <p:nvPicPr>
          <p:cNvPr id="8" name="Picture 7">
            <a:extLst>
              <a:ext uri="{FF2B5EF4-FFF2-40B4-BE49-F238E27FC236}">
                <a16:creationId xmlns:a16="http://schemas.microsoft.com/office/drawing/2014/main" id="{2680DA99-7A8C-4FC0-B33B-0367FA7EBCD7}"/>
              </a:ext>
            </a:extLst>
          </p:cNvPr>
          <p:cNvPicPr>
            <a:picLocks noChangeAspect="1"/>
          </p:cNvPicPr>
          <p:nvPr/>
        </p:nvPicPr>
        <p:blipFill>
          <a:blip r:embed="rId2"/>
          <a:stretch>
            <a:fillRect/>
          </a:stretch>
        </p:blipFill>
        <p:spPr>
          <a:xfrm>
            <a:off x="1667777" y="1072080"/>
            <a:ext cx="8856445" cy="5284270"/>
          </a:xfrm>
          <a:prstGeom prst="rect">
            <a:avLst/>
          </a:prstGeom>
        </p:spPr>
      </p:pic>
      <p:pic>
        <p:nvPicPr>
          <p:cNvPr id="16" name="Picture 15" descr="A picture containing shape  Description automatically generated">
            <a:extLst>
              <a:ext uri="{FF2B5EF4-FFF2-40B4-BE49-F238E27FC236}">
                <a16:creationId xmlns:a16="http://schemas.microsoft.com/office/drawing/2014/main" id="{52E35F91-0220-4C43-BD4C-37907253BBD1}"/>
              </a:ext>
            </a:extLst>
          </p:cNvPr>
          <p:cNvPicPr>
            <a:picLocks noChangeAspect="1"/>
          </p:cNvPicPr>
          <p:nvPr/>
        </p:nvPicPr>
        <p:blipFill>
          <a:blip r:embed="rId3"/>
          <a:stretch>
            <a:fillRect/>
          </a:stretch>
        </p:blipFill>
        <p:spPr>
          <a:xfrm>
            <a:off x="30000" y="20001"/>
            <a:ext cx="1725712" cy="979538"/>
          </a:xfrm>
          <a:prstGeom prst="rect">
            <a:avLst/>
          </a:prstGeom>
        </p:spPr>
      </p:pic>
    </p:spTree>
    <p:extLst>
      <p:ext uri="{BB962C8B-B14F-4D97-AF65-F5344CB8AC3E}">
        <p14:creationId xmlns:p14="http://schemas.microsoft.com/office/powerpoint/2010/main" val="642709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2" name="Title 1">
            <a:extLst>
              <a:ext uri="{FF2B5EF4-FFF2-40B4-BE49-F238E27FC236}">
                <a16:creationId xmlns:a16="http://schemas.microsoft.com/office/drawing/2014/main" id="{D9A9B2DF-439D-4C8D-B7E2-B5D253AA53B3}"/>
              </a:ext>
            </a:extLst>
          </p:cNvPr>
          <p:cNvSpPr>
            <a:spLocks noGrp="1"/>
          </p:cNvSpPr>
          <p:nvPr>
            <p:ph type="title"/>
          </p:nvPr>
        </p:nvSpPr>
        <p:spPr>
          <a:xfrm>
            <a:off x="838200" y="136525"/>
            <a:ext cx="10515600" cy="564632"/>
          </a:xfrm>
        </p:spPr>
        <p:txBody>
          <a:bodyPr>
            <a:normAutofit fontScale="90000"/>
          </a:bodyPr>
          <a:lstStyle/>
          <a:p>
            <a:r>
              <a:rPr lang="en-GB" dirty="0">
                <a:solidFill>
                  <a:srgbClr val="FFFFFF"/>
                </a:solidFill>
              </a:rPr>
              <a:t>                     DSA System Architecture</a:t>
            </a:r>
            <a:endParaRPr lang="en-IN" dirty="0">
              <a:solidFill>
                <a:srgbClr val="FFFFFF"/>
              </a:solidFill>
            </a:endParaRPr>
          </a:p>
        </p:txBody>
      </p:sp>
      <p:sp>
        <p:nvSpPr>
          <p:cNvPr id="4" name="Date Placeholder 3">
            <a:extLst>
              <a:ext uri="{FF2B5EF4-FFF2-40B4-BE49-F238E27FC236}">
                <a16:creationId xmlns:a16="http://schemas.microsoft.com/office/drawing/2014/main" id="{9B06C031-1CEE-406E-B8CA-51A034A5A9BA}"/>
              </a:ext>
            </a:extLst>
          </p:cNvPr>
          <p:cNvSpPr>
            <a:spLocks noGrp="1"/>
          </p:cNvSpPr>
          <p:nvPr>
            <p:ph type="dt" sz="half" idx="10"/>
          </p:nvPr>
        </p:nvSpPr>
        <p:spPr/>
        <p:txBody>
          <a:bodyPr/>
          <a:lstStyle/>
          <a:p>
            <a:r>
              <a:rPr lang="en-US" dirty="0">
                <a:solidFill>
                  <a:srgbClr val="FDF6EC"/>
                </a:solidFill>
              </a:rPr>
              <a:t>10-03-2026</a:t>
            </a:r>
          </a:p>
        </p:txBody>
      </p:sp>
      <p:sp>
        <p:nvSpPr>
          <p:cNvPr id="5" name="Footer Placeholder 4">
            <a:extLst>
              <a:ext uri="{FF2B5EF4-FFF2-40B4-BE49-F238E27FC236}">
                <a16:creationId xmlns:a16="http://schemas.microsoft.com/office/drawing/2014/main" id="{77E699EF-4314-4C79-A267-96B09AAB74FE}"/>
              </a:ext>
            </a:extLst>
          </p:cNvPr>
          <p:cNvSpPr>
            <a:spLocks noGrp="1"/>
          </p:cNvSpPr>
          <p:nvPr>
            <p:ph type="ftr" sz="quarter" idx="11"/>
          </p:nvPr>
        </p:nvSpPr>
        <p:spPr/>
        <p:txBody>
          <a:bodyPr/>
          <a:lstStyle/>
          <a:p>
            <a:r>
              <a:rPr lang="en-US" dirty="0">
                <a:solidFill>
                  <a:srgbClr val="FDF6EC"/>
                </a:solidFill>
              </a:rPr>
              <a:t>2520090001             Department of CSIT</a:t>
            </a:r>
          </a:p>
        </p:txBody>
      </p:sp>
      <p:sp>
        <p:nvSpPr>
          <p:cNvPr id="6" name="Slide Number Placeholder 5">
            <a:extLst>
              <a:ext uri="{FF2B5EF4-FFF2-40B4-BE49-F238E27FC236}">
                <a16:creationId xmlns:a16="http://schemas.microsoft.com/office/drawing/2014/main" id="{049B9AEE-305B-4B50-AAF9-9BBD572BF18B}"/>
              </a:ext>
            </a:extLst>
          </p:cNvPr>
          <p:cNvSpPr>
            <a:spLocks noGrp="1"/>
          </p:cNvSpPr>
          <p:nvPr>
            <p:ph type="sldNum" sz="quarter" idx="12"/>
          </p:nvPr>
        </p:nvSpPr>
        <p:spPr/>
        <p:txBody>
          <a:bodyPr/>
          <a:lstStyle/>
          <a:p>
            <a:fld id="{B961B71F-4B40-8942-BB88-E0F5C0B46E10}" type="slidenum">
              <a:rPr lang="en-US" smtClean="0">
                <a:solidFill>
                  <a:srgbClr val="FDF6EC"/>
                </a:solidFill>
              </a:rPr>
              <a:t>7</a:t>
            </a:fld>
            <a:endParaRPr lang="en-US">
              <a:solidFill>
                <a:srgbClr val="FDF6EC"/>
              </a:solidFill>
            </a:endParaRPr>
          </a:p>
        </p:txBody>
      </p:sp>
      <p:pic>
        <p:nvPicPr>
          <p:cNvPr id="8" name="Picture 7">
            <a:extLst>
              <a:ext uri="{FF2B5EF4-FFF2-40B4-BE49-F238E27FC236}">
                <a16:creationId xmlns:a16="http://schemas.microsoft.com/office/drawing/2014/main" id="{AABA5B51-7FBF-43BC-9A1F-D18CD5FF8051}"/>
              </a:ext>
            </a:extLst>
          </p:cNvPr>
          <p:cNvPicPr>
            <a:picLocks noChangeAspect="1"/>
          </p:cNvPicPr>
          <p:nvPr/>
        </p:nvPicPr>
        <p:blipFill>
          <a:blip r:embed="rId2"/>
          <a:stretch>
            <a:fillRect/>
          </a:stretch>
        </p:blipFill>
        <p:spPr>
          <a:xfrm>
            <a:off x="1389529" y="1126157"/>
            <a:ext cx="9412941" cy="4910338"/>
          </a:xfrm>
          <a:prstGeom prst="rect">
            <a:avLst/>
          </a:prstGeom>
        </p:spPr>
      </p:pic>
      <p:pic>
        <p:nvPicPr>
          <p:cNvPr id="16" name="Picture 15" descr="A picture containing shape  Description automatically generated">
            <a:extLst>
              <a:ext uri="{FF2B5EF4-FFF2-40B4-BE49-F238E27FC236}">
                <a16:creationId xmlns:a16="http://schemas.microsoft.com/office/drawing/2014/main" id="{558536B8-8F4E-485D-A3C4-4D56971A7C1F}"/>
              </a:ext>
            </a:extLst>
          </p:cNvPr>
          <p:cNvPicPr>
            <a:picLocks noChangeAspect="1"/>
          </p:cNvPicPr>
          <p:nvPr/>
        </p:nvPicPr>
        <p:blipFill>
          <a:blip r:embed="rId3"/>
          <a:stretch>
            <a:fillRect/>
          </a:stretch>
        </p:blipFill>
        <p:spPr>
          <a:xfrm>
            <a:off x="30000" y="20001"/>
            <a:ext cx="1725712" cy="979538"/>
          </a:xfrm>
          <a:prstGeom prst="rect">
            <a:avLst/>
          </a:prstGeom>
        </p:spPr>
      </p:pic>
    </p:spTree>
    <p:extLst>
      <p:ext uri="{BB962C8B-B14F-4D97-AF65-F5344CB8AC3E}">
        <p14:creationId xmlns:p14="http://schemas.microsoft.com/office/powerpoint/2010/main" val="9548059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8" name="Title 7"/>
          <p:cNvSpPr>
            <a:spLocks noGrp="1"/>
          </p:cNvSpPr>
          <p:nvPr>
            <p:ph type="title"/>
          </p:nvPr>
        </p:nvSpPr>
        <p:spPr>
          <a:xfrm>
            <a:off x="1180618" y="80001"/>
            <a:ext cx="10173182" cy="671999"/>
          </a:xfrm>
        </p:spPr>
        <p:txBody>
          <a:bodyPr>
            <a:normAutofit fontScale="90000"/>
          </a:bodyPr>
          <a:lstStyle/>
          <a:p>
            <a:pPr algn="ctr"/>
            <a:r>
              <a:rPr lang="en-US" b="1" dirty="0">
                <a:solidFill>
                  <a:srgbClr val="FFFFFF"/>
                </a:solidFill>
              </a:rPr>
              <a:t>Project Modules</a:t>
            </a:r>
          </a:p>
        </p:txBody>
      </p:sp>
      <p:sp>
        <p:nvSpPr>
          <p:cNvPr id="5" name="Date Placeholder 4"/>
          <p:cNvSpPr>
            <a:spLocks noGrp="1"/>
          </p:cNvSpPr>
          <p:nvPr>
            <p:ph type="dt" sz="half" idx="10"/>
          </p:nvPr>
        </p:nvSpPr>
        <p:spPr/>
        <p:txBody>
          <a:bodyPr/>
          <a:lstStyle/>
          <a:p>
            <a:r>
              <a:rPr lang="en-US" dirty="0">
                <a:solidFill>
                  <a:srgbClr val="FDF6EC"/>
                </a:solidFill>
              </a:rPr>
              <a:t>10-03-2026</a:t>
            </a:r>
          </a:p>
        </p:txBody>
      </p:sp>
      <p:sp>
        <p:nvSpPr>
          <p:cNvPr id="6" name="Footer Placeholder 5"/>
          <p:cNvSpPr>
            <a:spLocks noGrp="1"/>
          </p:cNvSpPr>
          <p:nvPr>
            <p:ph type="ftr" sz="quarter" idx="11"/>
          </p:nvPr>
        </p:nvSpPr>
        <p:spPr/>
        <p:txBody>
          <a:bodyPr/>
          <a:lstStyle/>
          <a:p>
            <a:r>
              <a:rPr sz="1200">
                <a:solidFill>
                  <a:srgbClr val="FDF6EC"/>
                </a:solidFill>
                <a:latin typeface="Times New Roman" panose="02020603050405020304"/>
              </a:rPr>
              <a:t>2520090001           Department of CSIT</a:t>
            </a:r>
          </a:p>
        </p:txBody>
      </p:sp>
      <p:sp>
        <p:nvSpPr>
          <p:cNvPr id="7" name="Slide Number Placeholder 6"/>
          <p:cNvSpPr>
            <a:spLocks noGrp="1"/>
          </p:cNvSpPr>
          <p:nvPr>
            <p:ph type="sldNum" sz="quarter" idx="12"/>
          </p:nvPr>
        </p:nvSpPr>
        <p:spPr/>
        <p:txBody>
          <a:bodyPr/>
          <a:lstStyle/>
          <a:p>
            <a:fld id="{B961B71F-4B40-8942-BB88-E0F5C0B46E10}" type="slidenum">
              <a:rPr lang="en-US" smtClean="0">
                <a:solidFill>
                  <a:srgbClr val="FDF6EC"/>
                </a:solidFill>
              </a:rPr>
              <a:t>8</a:t>
            </a:fld>
            <a:endParaRPr lang="en-US">
              <a:solidFill>
                <a:srgbClr val="FDF6EC"/>
              </a:solidFill>
            </a:endParaRPr>
          </a:p>
        </p:txBody>
      </p:sp>
      <p:sp>
        <p:nvSpPr>
          <p:cNvPr id="3" name="Content Placeholder 2">
            <a:extLst>
              <a:ext uri="{FF2B5EF4-FFF2-40B4-BE49-F238E27FC236}">
                <a16:creationId xmlns:a16="http://schemas.microsoft.com/office/drawing/2014/main" id="{94FEE234-755C-4E0D-8A18-B79AF173E89E}"/>
              </a:ext>
            </a:extLst>
          </p:cNvPr>
          <p:cNvSpPr>
            <a:spLocks noGrp="1" noChangeArrowheads="1"/>
          </p:cNvSpPr>
          <p:nvPr>
            <p:ph idx="1"/>
          </p:nvPr>
        </p:nvSpPr>
        <p:spPr bwMode="auto">
          <a:xfrm>
            <a:off x="1636713" y="1321892"/>
            <a:ext cx="9047329" cy="5027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User Authentication Module</a:t>
            </a:r>
            <a:r>
              <a:rPr kumimoji="0" lang="en-US" altLang="en-US" sz="1800" b="0" i="0" u="none" strike="noStrike" cap="none" normalizeH="0" baseline="0" dirty="0">
                <a:ln>
                  <a:noFill/>
                </a:ln>
                <a:solidFill>
                  <a:schemeClr val="tx1"/>
                </a:solidFill>
                <a:effectLst/>
                <a:latin typeface="Arial" panose="020B0604020202020204" pitchFamily="34" charset="0"/>
              </a:rPr>
              <a:t> – Handles login and role-based access for customers and admins.</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Saree Catalog Module</a:t>
            </a:r>
            <a:r>
              <a:rPr kumimoji="0" lang="en-US" altLang="en-US" sz="1800" b="0" i="0" u="none" strike="noStrike" cap="none" normalizeH="0" baseline="0" dirty="0">
                <a:ln>
                  <a:noFill/>
                </a:ln>
                <a:solidFill>
                  <a:schemeClr val="tx1"/>
                </a:solidFill>
                <a:effectLst/>
                <a:latin typeface="Arial" panose="020B0604020202020204" pitchFamily="34" charset="0"/>
              </a:rPr>
              <a:t> – Displays saree collections with details like name, price, type, and store.</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Search and Filter Module</a:t>
            </a:r>
            <a:r>
              <a:rPr kumimoji="0" lang="en-US" altLang="en-US" sz="1800" b="0" i="0" u="none" strike="noStrike" cap="none" normalizeH="0" baseline="0" dirty="0">
                <a:ln>
                  <a:noFill/>
                </a:ln>
                <a:solidFill>
                  <a:schemeClr val="tx1"/>
                </a:solidFill>
                <a:effectLst/>
                <a:latin typeface="Arial" panose="020B0604020202020204" pitchFamily="34" charset="0"/>
              </a:rPr>
              <a:t> – Allows users to search sarees and filter by price or category.</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Wishlist Module</a:t>
            </a:r>
            <a:r>
              <a:rPr kumimoji="0" lang="en-US" altLang="en-US" sz="1800" b="0" i="0" u="none" strike="noStrike" cap="none" normalizeH="0" baseline="0" dirty="0">
                <a:ln>
                  <a:noFill/>
                </a:ln>
                <a:solidFill>
                  <a:schemeClr val="tx1"/>
                </a:solidFill>
                <a:effectLst/>
                <a:latin typeface="Arial" panose="020B0604020202020204" pitchFamily="34" charset="0"/>
              </a:rPr>
              <a:t> – Enables customers to save </a:t>
            </a:r>
            <a:r>
              <a:rPr kumimoji="0" lang="en-US" altLang="en-US" sz="1800" b="0" i="0" u="none" strike="noStrike" cap="none" normalizeH="0" baseline="0" dirty="0" err="1">
                <a:ln>
                  <a:noFill/>
                </a:ln>
                <a:solidFill>
                  <a:schemeClr val="tx1"/>
                </a:solidFill>
                <a:effectLst/>
                <a:latin typeface="Arial" panose="020B0604020202020204" pitchFamily="34" charset="0"/>
              </a:rPr>
              <a:t>favourite</a:t>
            </a:r>
            <a:r>
              <a:rPr kumimoji="0" lang="en-US" altLang="en-US" sz="1800" b="0" i="0" u="none" strike="noStrike" cap="none" normalizeH="0" baseline="0" dirty="0">
                <a:ln>
                  <a:noFill/>
                </a:ln>
                <a:solidFill>
                  <a:schemeClr val="tx1"/>
                </a:solidFill>
                <a:effectLst/>
                <a:latin typeface="Arial" panose="020B0604020202020204" pitchFamily="34" charset="0"/>
              </a:rPr>
              <a:t> sarees for later.</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Cart Management Module</a:t>
            </a:r>
            <a:r>
              <a:rPr kumimoji="0" lang="en-US" altLang="en-US" sz="1800" b="0" i="0" u="none" strike="noStrike" cap="none" normalizeH="0" baseline="0" dirty="0">
                <a:ln>
                  <a:noFill/>
                </a:ln>
                <a:solidFill>
                  <a:schemeClr val="tx1"/>
                </a:solidFill>
                <a:effectLst/>
                <a:latin typeface="Arial" panose="020B0604020202020204" pitchFamily="34" charset="0"/>
              </a:rPr>
              <a:t> – Allows users to add or remove sarees from the cart.</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Billing Module</a:t>
            </a:r>
            <a:r>
              <a:rPr kumimoji="0" lang="en-US" altLang="en-US" sz="1800" b="0" i="0" u="none" strike="noStrike" cap="none" normalizeH="0" baseline="0" dirty="0">
                <a:ln>
                  <a:noFill/>
                </a:ln>
                <a:solidFill>
                  <a:schemeClr val="tx1"/>
                </a:solidFill>
                <a:effectLst/>
                <a:latin typeface="Arial" panose="020B0604020202020204" pitchFamily="34" charset="0"/>
              </a:rPr>
              <a:t> – Calculates the total price of selected sarees.</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Admin Management Module</a:t>
            </a:r>
            <a:r>
              <a:rPr kumimoji="0" lang="en-US" altLang="en-US" sz="1800" b="0" i="0" u="none" strike="noStrike" cap="none" normalizeH="0" baseline="0" dirty="0">
                <a:ln>
                  <a:noFill/>
                </a:ln>
                <a:solidFill>
                  <a:schemeClr val="tx1"/>
                </a:solidFill>
                <a:effectLst/>
                <a:latin typeface="Arial" panose="020B0604020202020204" pitchFamily="34" charset="0"/>
              </a:rPr>
              <a:t> – Allows admins to add, update, or delete saree details.</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Data Management Module</a:t>
            </a:r>
            <a:r>
              <a:rPr kumimoji="0" lang="en-US" altLang="en-US" sz="1800" b="0" i="0" u="none" strike="noStrike" cap="none" normalizeH="0" baseline="0" dirty="0">
                <a:ln>
                  <a:noFill/>
                </a:ln>
                <a:solidFill>
                  <a:schemeClr val="tx1"/>
                </a:solidFill>
                <a:effectLst/>
                <a:latin typeface="Arial" panose="020B0604020202020204" pitchFamily="34" charset="0"/>
              </a:rPr>
              <a:t> – Stores and manages saree data (</a:t>
            </a:r>
            <a:r>
              <a:rPr kumimoji="0" lang="en-US" altLang="en-US" sz="1800" b="0" i="0" u="none" strike="noStrike" cap="none" normalizeH="0" baseline="0" dirty="0" err="1">
                <a:ln>
                  <a:noFill/>
                </a:ln>
                <a:solidFill>
                  <a:schemeClr val="tx1"/>
                </a:solidFill>
                <a:effectLst/>
                <a:latin typeface="Arial" panose="020B0604020202020204" pitchFamily="34" charset="0"/>
              </a:rPr>
              <a:t>LocalStorage</a:t>
            </a:r>
            <a:r>
              <a:rPr kumimoji="0" lang="en-US" altLang="en-US" sz="1800" b="0" i="0" u="none" strike="noStrike" cap="none" normalizeH="0" baseline="0" dirty="0">
                <a:ln>
                  <a:noFill/>
                </a:ln>
                <a:solidFill>
                  <a:schemeClr val="tx1"/>
                </a:solidFill>
                <a:effectLst/>
                <a:latin typeface="Arial" panose="020B0604020202020204" pitchFamily="34" charset="0"/>
              </a:rPr>
              <a:t> in FWD / Data Structures in DSA).</a:t>
            </a:r>
          </a:p>
        </p:txBody>
      </p:sp>
      <p:pic>
        <p:nvPicPr>
          <p:cNvPr id="16" name="Picture 15" descr="A picture containing shape  Description automatically generated">
            <a:extLst>
              <a:ext uri="{FF2B5EF4-FFF2-40B4-BE49-F238E27FC236}">
                <a16:creationId xmlns:a16="http://schemas.microsoft.com/office/drawing/2014/main" id="{3BFA138A-BDE2-4AD2-9EF7-B652E4C3D5CE}"/>
              </a:ext>
            </a:extLst>
          </p:cNvPr>
          <p:cNvPicPr>
            <a:picLocks noChangeAspect="1"/>
          </p:cNvPicPr>
          <p:nvPr/>
        </p:nvPicPr>
        <p:blipFill>
          <a:blip r:embed="rId2"/>
          <a:stretch>
            <a:fillRect/>
          </a:stretch>
        </p:blipFill>
        <p:spPr>
          <a:xfrm>
            <a:off x="30000" y="20001"/>
            <a:ext cx="1725712" cy="97953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8" name="Title 7"/>
          <p:cNvSpPr>
            <a:spLocks noGrp="1"/>
          </p:cNvSpPr>
          <p:nvPr>
            <p:ph type="title"/>
          </p:nvPr>
        </p:nvSpPr>
        <p:spPr>
          <a:xfrm>
            <a:off x="1180618" y="0"/>
            <a:ext cx="10173182" cy="682000"/>
          </a:xfrm>
        </p:spPr>
        <p:txBody>
          <a:bodyPr>
            <a:normAutofit fontScale="90000"/>
          </a:bodyPr>
          <a:lstStyle/>
          <a:p>
            <a:pPr algn="ctr"/>
            <a:r>
              <a:rPr lang="en-US" b="1" dirty="0">
                <a:solidFill>
                  <a:srgbClr val="FFFFFF"/>
                </a:solidFill>
              </a:rPr>
              <a:t>Objectives</a:t>
            </a:r>
          </a:p>
        </p:txBody>
      </p:sp>
      <p:sp>
        <p:nvSpPr>
          <p:cNvPr id="5" name="Date Placeholder 4"/>
          <p:cNvSpPr>
            <a:spLocks noGrp="1"/>
          </p:cNvSpPr>
          <p:nvPr>
            <p:ph type="dt" sz="half" idx="10"/>
          </p:nvPr>
        </p:nvSpPr>
        <p:spPr/>
        <p:txBody>
          <a:bodyPr/>
          <a:lstStyle/>
          <a:p>
            <a:r>
              <a:rPr lang="en-US" dirty="0">
                <a:solidFill>
                  <a:srgbClr val="FDF6EC"/>
                </a:solidFill>
              </a:rPr>
              <a:t>10-03-2026</a:t>
            </a:r>
          </a:p>
        </p:txBody>
      </p:sp>
      <p:sp>
        <p:nvSpPr>
          <p:cNvPr id="6" name="Footer Placeholder 5"/>
          <p:cNvSpPr>
            <a:spLocks noGrp="1"/>
          </p:cNvSpPr>
          <p:nvPr>
            <p:ph type="ftr" sz="quarter" idx="11"/>
          </p:nvPr>
        </p:nvSpPr>
        <p:spPr/>
        <p:txBody>
          <a:bodyPr/>
          <a:lstStyle/>
          <a:p>
            <a:r>
              <a:rPr sz="1200">
                <a:solidFill>
                  <a:srgbClr val="FDF6EC"/>
                </a:solidFill>
                <a:latin typeface="Times New Roman" panose="02020603050405020304"/>
              </a:rPr>
              <a:t>2520090001           Department of CSIT</a:t>
            </a:r>
          </a:p>
        </p:txBody>
      </p:sp>
      <p:sp>
        <p:nvSpPr>
          <p:cNvPr id="7" name="Slide Number Placeholder 6"/>
          <p:cNvSpPr>
            <a:spLocks noGrp="1"/>
          </p:cNvSpPr>
          <p:nvPr>
            <p:ph type="sldNum" sz="quarter" idx="12"/>
          </p:nvPr>
        </p:nvSpPr>
        <p:spPr/>
        <p:txBody>
          <a:bodyPr/>
          <a:lstStyle/>
          <a:p>
            <a:fld id="{B961B71F-4B40-8942-BB88-E0F5C0B46E10}" type="slidenum">
              <a:rPr lang="en-US" smtClean="0">
                <a:solidFill>
                  <a:srgbClr val="FDF6EC"/>
                </a:solidFill>
              </a:rPr>
              <a:t>9</a:t>
            </a:fld>
            <a:endParaRPr lang="en-US">
              <a:solidFill>
                <a:srgbClr val="FDF6EC"/>
              </a:solidFill>
            </a:endParaRPr>
          </a:p>
        </p:txBody>
      </p:sp>
      <p:sp>
        <p:nvSpPr>
          <p:cNvPr id="2" name="Content Placeholder 1">
            <a:extLst>
              <a:ext uri="{FF2B5EF4-FFF2-40B4-BE49-F238E27FC236}">
                <a16:creationId xmlns:a16="http://schemas.microsoft.com/office/drawing/2014/main" id="{1F491F43-C284-427C-BE7E-9C8A9EC0404D}"/>
              </a:ext>
            </a:extLst>
          </p:cNvPr>
          <p:cNvSpPr>
            <a:spLocks noGrp="1" noChangeArrowheads="1"/>
          </p:cNvSpPr>
          <p:nvPr>
            <p:ph idx="1"/>
          </p:nvPr>
        </p:nvSpPr>
        <p:spPr bwMode="auto">
          <a:xfrm>
            <a:off x="1385888" y="1422892"/>
            <a:ext cx="9451975" cy="4651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Develop a single website that displays sarees from multiple Hyderabad stores in one place.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Provide separate login access for customers and admins.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Enable customers to search and filter sarees by name, price, and category.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Allow admins to manage store inventory by adding, editing, deleting sarees, and updating stock.</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Maintain cart and wish-list data so it remains available even after refreshing the page.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Build a desktop-compatible web application that runs directly in the browser without installation.</a:t>
            </a:r>
          </a:p>
        </p:txBody>
      </p:sp>
      <p:pic>
        <p:nvPicPr>
          <p:cNvPr id="16" name="Picture 15" descr="A picture containing shape  Description automatically generated">
            <a:extLst>
              <a:ext uri="{FF2B5EF4-FFF2-40B4-BE49-F238E27FC236}">
                <a16:creationId xmlns:a16="http://schemas.microsoft.com/office/drawing/2014/main" id="{662F3176-801A-4074-A3C0-250F8A5BA2E2}"/>
              </a:ext>
            </a:extLst>
          </p:cNvPr>
          <p:cNvPicPr>
            <a:picLocks noChangeAspect="1"/>
          </p:cNvPicPr>
          <p:nvPr/>
        </p:nvPicPr>
        <p:blipFill>
          <a:blip r:embed="rId2"/>
          <a:stretch>
            <a:fillRect/>
          </a:stretch>
        </p:blipFill>
        <p:spPr>
          <a:xfrm>
            <a:off x="30000" y="20001"/>
            <a:ext cx="1725712" cy="97953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8" name="Title 7"/>
          <p:cNvSpPr>
            <a:spLocks noGrp="1"/>
          </p:cNvSpPr>
          <p:nvPr>
            <p:ph type="title"/>
          </p:nvPr>
        </p:nvSpPr>
        <p:spPr>
          <a:xfrm>
            <a:off x="1180618" y="0"/>
            <a:ext cx="10173182" cy="772000"/>
          </a:xfrm>
        </p:spPr>
        <p:txBody>
          <a:bodyPr/>
          <a:lstStyle/>
          <a:p>
            <a:pPr algn="ctr"/>
            <a:r>
              <a:rPr lang="en-US" b="1" dirty="0">
                <a:solidFill>
                  <a:srgbClr val="FFFFFF"/>
                </a:solidFill>
              </a:rPr>
              <a:t>Co’s Attainments - FWD</a:t>
            </a:r>
          </a:p>
        </p:txBody>
      </p:sp>
      <p:sp>
        <p:nvSpPr>
          <p:cNvPr id="9" name="Content Placeholder 8"/>
          <p:cNvSpPr>
            <a:spLocks noGrp="1"/>
          </p:cNvSpPr>
          <p:nvPr>
            <p:ph idx="1"/>
          </p:nvPr>
        </p:nvSpPr>
        <p:spPr/>
        <p:txBody>
          <a:bodyPr>
            <a:normAutofit/>
          </a:bodyPr>
          <a:lstStyle/>
          <a:p>
            <a:pPr marL="457200" indent="0">
              <a:lnSpc>
                <a:spcPct val="200000"/>
              </a:lnSpc>
              <a:buNone/>
            </a:pPr>
            <a:r>
              <a:rPr lang="en-GB" sz="2200" dirty="0">
                <a:latin typeface="Times New Roman" panose="02020603050405020304"/>
              </a:rPr>
              <a:t>CO1: Developed a multi-page web application using HTML5, CSS3 and JavaScript</a:t>
            </a:r>
          </a:p>
          <a:p>
            <a:pPr marL="0" indent="0">
              <a:lnSpc>
                <a:spcPct val="200000"/>
              </a:lnSpc>
              <a:buNone/>
            </a:pPr>
            <a:r>
              <a:rPr lang="en-GB" sz="2200" dirty="0">
                <a:latin typeface="Times New Roman" panose="02020603050405020304"/>
              </a:rPr>
              <a:t>      CO2: Implemented role-based login system for customers and store admins</a:t>
            </a:r>
          </a:p>
          <a:p>
            <a:pPr marL="0" indent="0">
              <a:lnSpc>
                <a:spcPct val="200000"/>
              </a:lnSpc>
              <a:buNone/>
            </a:pPr>
            <a:r>
              <a:rPr lang="en-GB" sz="2200" dirty="0">
                <a:latin typeface="Times New Roman" panose="02020603050405020304"/>
              </a:rPr>
              <a:t>     CO3: Built saree browsing with search, filter and modal detail view</a:t>
            </a:r>
          </a:p>
          <a:p>
            <a:pPr marL="0" indent="0">
              <a:lnSpc>
                <a:spcPct val="200000"/>
              </a:lnSpc>
              <a:buNone/>
            </a:pPr>
            <a:r>
              <a:rPr lang="en-GB" sz="2200" dirty="0">
                <a:latin typeface="Times New Roman" panose="02020603050405020304"/>
              </a:rPr>
              <a:t>     CO4: Implemented wish-list and cart using local Storage for persistence</a:t>
            </a:r>
          </a:p>
          <a:p>
            <a:pPr marL="0" indent="0">
              <a:lnSpc>
                <a:spcPct val="200000"/>
              </a:lnSpc>
              <a:buNone/>
            </a:pPr>
            <a:r>
              <a:rPr lang="en-GB" sz="2200" dirty="0">
                <a:latin typeface="Times New Roman" panose="02020603050405020304"/>
              </a:rPr>
              <a:t>     CO5: Implemented admin CRUD operations with store-specific access control</a:t>
            </a:r>
          </a:p>
        </p:txBody>
      </p:sp>
      <p:sp>
        <p:nvSpPr>
          <p:cNvPr id="5" name="Date Placeholder 4"/>
          <p:cNvSpPr>
            <a:spLocks noGrp="1"/>
          </p:cNvSpPr>
          <p:nvPr>
            <p:ph type="dt" sz="half" idx="10"/>
          </p:nvPr>
        </p:nvSpPr>
        <p:spPr/>
        <p:txBody>
          <a:bodyPr/>
          <a:lstStyle/>
          <a:p>
            <a:r>
              <a:rPr lang="en-US" dirty="0">
                <a:solidFill>
                  <a:srgbClr val="FDF6EC"/>
                </a:solidFill>
              </a:rPr>
              <a:t>10-03-2026</a:t>
            </a:r>
          </a:p>
        </p:txBody>
      </p:sp>
      <p:sp>
        <p:nvSpPr>
          <p:cNvPr id="6" name="Footer Placeholder 5"/>
          <p:cNvSpPr>
            <a:spLocks noGrp="1"/>
          </p:cNvSpPr>
          <p:nvPr>
            <p:ph type="ftr" sz="quarter" idx="11"/>
          </p:nvPr>
        </p:nvSpPr>
        <p:spPr/>
        <p:txBody>
          <a:bodyPr/>
          <a:lstStyle/>
          <a:p>
            <a:r>
              <a:rPr sz="1200">
                <a:solidFill>
                  <a:srgbClr val="FDF6EC"/>
                </a:solidFill>
                <a:latin typeface="Times New Roman" panose="02020603050405020304"/>
              </a:rPr>
              <a:t>2520090001           Department of CSIT</a:t>
            </a:r>
          </a:p>
        </p:txBody>
      </p:sp>
      <p:sp>
        <p:nvSpPr>
          <p:cNvPr id="7" name="Slide Number Placeholder 6"/>
          <p:cNvSpPr>
            <a:spLocks noGrp="1"/>
          </p:cNvSpPr>
          <p:nvPr>
            <p:ph type="sldNum" sz="quarter" idx="12"/>
          </p:nvPr>
        </p:nvSpPr>
        <p:spPr/>
        <p:txBody>
          <a:bodyPr/>
          <a:lstStyle/>
          <a:p>
            <a:fld id="{B961B71F-4B40-8942-BB88-E0F5C0B46E10}" type="slidenum">
              <a:rPr lang="en-US" smtClean="0">
                <a:solidFill>
                  <a:srgbClr val="FDF6EC"/>
                </a:solidFill>
              </a:rPr>
              <a:t>10</a:t>
            </a:fld>
            <a:endParaRPr lang="en-US">
              <a:solidFill>
                <a:srgbClr val="FDF6EC"/>
              </a:solidFill>
            </a:endParaRPr>
          </a:p>
        </p:txBody>
      </p:sp>
      <p:pic>
        <p:nvPicPr>
          <p:cNvPr id="16" name="Picture 15" descr="A picture containing shape  Description automatically generated">
            <a:extLst>
              <a:ext uri="{FF2B5EF4-FFF2-40B4-BE49-F238E27FC236}">
                <a16:creationId xmlns:a16="http://schemas.microsoft.com/office/drawing/2014/main" id="{F2314092-45BF-4EEB-B99D-821B1E5D54D6}"/>
              </a:ext>
            </a:extLst>
          </p:cNvPr>
          <p:cNvPicPr>
            <a:picLocks noChangeAspect="1"/>
          </p:cNvPicPr>
          <p:nvPr/>
        </p:nvPicPr>
        <p:blipFill>
          <a:blip r:embed="rId2"/>
          <a:stretch>
            <a:fillRect/>
          </a:stretch>
        </p:blipFill>
        <p:spPr>
          <a:xfrm>
            <a:off x="30000" y="20001"/>
            <a:ext cx="1725712" cy="97953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12" name="Title 11">
            <a:extLst>
              <a:ext uri="{FF2B5EF4-FFF2-40B4-BE49-F238E27FC236}">
                <a16:creationId xmlns:a16="http://schemas.microsoft.com/office/drawing/2014/main" id="{21774F0F-F5D5-4D7B-B8F8-9F4D7D2CC904}"/>
              </a:ext>
            </a:extLst>
          </p:cNvPr>
          <p:cNvSpPr>
            <a:spLocks noGrp="1"/>
          </p:cNvSpPr>
          <p:nvPr>
            <p:ph type="title"/>
          </p:nvPr>
        </p:nvSpPr>
        <p:spPr>
          <a:xfrm>
            <a:off x="838199" y="0"/>
            <a:ext cx="7978541" cy="606392"/>
          </a:xfrm>
        </p:spPr>
        <p:txBody>
          <a:bodyPr>
            <a:normAutofit fontScale="90000"/>
          </a:bodyPr>
          <a:lstStyle/>
          <a:p>
            <a:r>
              <a:rPr lang="en-GB" dirty="0">
                <a:solidFill>
                  <a:srgbClr val="FFFFFF"/>
                </a:solidFill>
              </a:rPr>
              <a:t>                                Login Page</a:t>
            </a:r>
            <a:endParaRPr lang="en-IN" dirty="0">
              <a:solidFill>
                <a:srgbClr val="FFFFFF"/>
              </a:solidFill>
            </a:endParaRPr>
          </a:p>
        </p:txBody>
      </p:sp>
      <p:sp>
        <p:nvSpPr>
          <p:cNvPr id="4" name="Date Placeholder 3">
            <a:extLst>
              <a:ext uri="{FF2B5EF4-FFF2-40B4-BE49-F238E27FC236}">
                <a16:creationId xmlns:a16="http://schemas.microsoft.com/office/drawing/2014/main" id="{A99F4E57-1EC3-4C98-9C22-8DB30492049D}"/>
              </a:ext>
            </a:extLst>
          </p:cNvPr>
          <p:cNvSpPr>
            <a:spLocks noGrp="1"/>
          </p:cNvSpPr>
          <p:nvPr>
            <p:ph type="dt" sz="half" idx="10"/>
          </p:nvPr>
        </p:nvSpPr>
        <p:spPr/>
        <p:txBody>
          <a:bodyPr/>
          <a:lstStyle/>
          <a:p>
            <a:r>
              <a:rPr lang="en-US" dirty="0">
                <a:solidFill>
                  <a:srgbClr val="FDF6EC"/>
                </a:solidFill>
              </a:rPr>
              <a:t>10-03-2026</a:t>
            </a:r>
          </a:p>
        </p:txBody>
      </p:sp>
      <p:sp>
        <p:nvSpPr>
          <p:cNvPr id="5" name="Footer Placeholder 4">
            <a:extLst>
              <a:ext uri="{FF2B5EF4-FFF2-40B4-BE49-F238E27FC236}">
                <a16:creationId xmlns:a16="http://schemas.microsoft.com/office/drawing/2014/main" id="{81B4BCC3-A206-4BA4-9A51-576721B7D071}"/>
              </a:ext>
            </a:extLst>
          </p:cNvPr>
          <p:cNvSpPr>
            <a:spLocks noGrp="1"/>
          </p:cNvSpPr>
          <p:nvPr>
            <p:ph type="ftr" sz="quarter" idx="11"/>
          </p:nvPr>
        </p:nvSpPr>
        <p:spPr/>
        <p:txBody>
          <a:bodyPr/>
          <a:lstStyle/>
          <a:p>
            <a:r>
              <a:rPr lang="en-US" dirty="0">
                <a:solidFill>
                  <a:srgbClr val="FDF6EC"/>
                </a:solidFill>
              </a:rPr>
              <a:t>2520090001        Department of CSIT</a:t>
            </a:r>
          </a:p>
        </p:txBody>
      </p:sp>
      <p:sp>
        <p:nvSpPr>
          <p:cNvPr id="6" name="Slide Number Placeholder 5">
            <a:extLst>
              <a:ext uri="{FF2B5EF4-FFF2-40B4-BE49-F238E27FC236}">
                <a16:creationId xmlns:a16="http://schemas.microsoft.com/office/drawing/2014/main" id="{ED5FF27F-7527-4DC2-AB1E-543F97E75F71}"/>
              </a:ext>
            </a:extLst>
          </p:cNvPr>
          <p:cNvSpPr>
            <a:spLocks noGrp="1"/>
          </p:cNvSpPr>
          <p:nvPr>
            <p:ph type="sldNum" sz="quarter" idx="12"/>
          </p:nvPr>
        </p:nvSpPr>
        <p:spPr/>
        <p:txBody>
          <a:bodyPr/>
          <a:lstStyle/>
          <a:p>
            <a:fld id="{B961B71F-4B40-8942-BB88-E0F5C0B46E10}" type="slidenum">
              <a:rPr lang="en-US" smtClean="0">
                <a:solidFill>
                  <a:srgbClr val="FDF6EC"/>
                </a:solidFill>
              </a:rPr>
              <a:t>11</a:t>
            </a:fld>
            <a:endParaRPr lang="en-US">
              <a:solidFill>
                <a:srgbClr val="FDF6EC"/>
              </a:solidFill>
            </a:endParaRPr>
          </a:p>
        </p:txBody>
      </p:sp>
      <p:pic>
        <p:nvPicPr>
          <p:cNvPr id="9" name="Picture 8">
            <a:extLst>
              <a:ext uri="{FF2B5EF4-FFF2-40B4-BE49-F238E27FC236}">
                <a16:creationId xmlns:a16="http://schemas.microsoft.com/office/drawing/2014/main" id="{59C83054-8F87-460B-8409-D72A1F015CE2}"/>
              </a:ext>
            </a:extLst>
          </p:cNvPr>
          <p:cNvPicPr>
            <a:picLocks noChangeAspect="1"/>
          </p:cNvPicPr>
          <p:nvPr/>
        </p:nvPicPr>
        <p:blipFill>
          <a:blip r:embed="rId2"/>
          <a:stretch>
            <a:fillRect/>
          </a:stretch>
        </p:blipFill>
        <p:spPr>
          <a:xfrm>
            <a:off x="805313" y="606392"/>
            <a:ext cx="4831881" cy="5749958"/>
          </a:xfrm>
          <a:prstGeom prst="rect">
            <a:avLst/>
          </a:prstGeom>
        </p:spPr>
      </p:pic>
      <p:pic>
        <p:nvPicPr>
          <p:cNvPr id="11" name="Picture 10">
            <a:extLst>
              <a:ext uri="{FF2B5EF4-FFF2-40B4-BE49-F238E27FC236}">
                <a16:creationId xmlns:a16="http://schemas.microsoft.com/office/drawing/2014/main" id="{3C55ACA5-6E2A-4A0F-BFB7-02A65DF6F580}"/>
              </a:ext>
            </a:extLst>
          </p:cNvPr>
          <p:cNvPicPr>
            <a:picLocks noChangeAspect="1"/>
          </p:cNvPicPr>
          <p:nvPr/>
        </p:nvPicPr>
        <p:blipFill>
          <a:blip r:embed="rId3"/>
          <a:stretch>
            <a:fillRect/>
          </a:stretch>
        </p:blipFill>
        <p:spPr>
          <a:xfrm>
            <a:off x="6400799" y="606393"/>
            <a:ext cx="4831881" cy="5749958"/>
          </a:xfrm>
          <a:prstGeom prst="rect">
            <a:avLst/>
          </a:prstGeom>
        </p:spPr>
      </p:pic>
      <p:pic>
        <p:nvPicPr>
          <p:cNvPr id="17" name="Picture 16" descr="A picture containing shape  Description automatically generated">
            <a:extLst>
              <a:ext uri="{FF2B5EF4-FFF2-40B4-BE49-F238E27FC236}">
                <a16:creationId xmlns:a16="http://schemas.microsoft.com/office/drawing/2014/main" id="{96741299-ADE7-43B8-8922-A150AE3F6C55}"/>
              </a:ext>
            </a:extLst>
          </p:cNvPr>
          <p:cNvPicPr>
            <a:picLocks noChangeAspect="1"/>
          </p:cNvPicPr>
          <p:nvPr/>
        </p:nvPicPr>
        <p:blipFill>
          <a:blip r:embed="rId4"/>
          <a:stretch>
            <a:fillRect/>
          </a:stretch>
        </p:blipFill>
        <p:spPr>
          <a:xfrm>
            <a:off x="30000" y="20001"/>
            <a:ext cx="1725712" cy="979538"/>
          </a:xfrm>
          <a:prstGeom prst="rect">
            <a:avLst/>
          </a:prstGeom>
        </p:spPr>
      </p:pic>
    </p:spTree>
    <p:extLst>
      <p:ext uri="{BB962C8B-B14F-4D97-AF65-F5344CB8AC3E}">
        <p14:creationId xmlns:p14="http://schemas.microsoft.com/office/powerpoint/2010/main" val="3251301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2" name="Title 1">
            <a:extLst>
              <a:ext uri="{FF2B5EF4-FFF2-40B4-BE49-F238E27FC236}">
                <a16:creationId xmlns:a16="http://schemas.microsoft.com/office/drawing/2014/main" id="{0F6FE547-BB6F-49C8-85F5-6AA6A21CCAA3}"/>
              </a:ext>
            </a:extLst>
          </p:cNvPr>
          <p:cNvSpPr>
            <a:spLocks noGrp="1"/>
          </p:cNvSpPr>
          <p:nvPr>
            <p:ph type="title"/>
          </p:nvPr>
        </p:nvSpPr>
        <p:spPr>
          <a:xfrm>
            <a:off x="838200" y="136525"/>
            <a:ext cx="10515600" cy="621475"/>
          </a:xfrm>
        </p:spPr>
        <p:txBody>
          <a:bodyPr>
            <a:normAutofit fontScale="90000"/>
          </a:bodyPr>
          <a:lstStyle/>
          <a:p>
            <a:r>
              <a:rPr lang="en-GB" dirty="0">
                <a:solidFill>
                  <a:srgbClr val="FFFFFF"/>
                </a:solidFill>
              </a:rPr>
              <a:t>                             Welcome Page</a:t>
            </a:r>
            <a:endParaRPr lang="en-IN" dirty="0">
              <a:solidFill>
                <a:srgbClr val="FFFFFF"/>
              </a:solidFill>
            </a:endParaRPr>
          </a:p>
        </p:txBody>
      </p:sp>
      <p:sp>
        <p:nvSpPr>
          <p:cNvPr id="4" name="Date Placeholder 3">
            <a:extLst>
              <a:ext uri="{FF2B5EF4-FFF2-40B4-BE49-F238E27FC236}">
                <a16:creationId xmlns:a16="http://schemas.microsoft.com/office/drawing/2014/main" id="{7920E0EE-B952-4DB0-93FC-4C13A2EACE03}"/>
              </a:ext>
            </a:extLst>
          </p:cNvPr>
          <p:cNvSpPr>
            <a:spLocks noGrp="1"/>
          </p:cNvSpPr>
          <p:nvPr>
            <p:ph type="dt" sz="half" idx="10"/>
          </p:nvPr>
        </p:nvSpPr>
        <p:spPr/>
        <p:txBody>
          <a:bodyPr/>
          <a:lstStyle/>
          <a:p>
            <a:r>
              <a:rPr lang="en-US" dirty="0">
                <a:solidFill>
                  <a:srgbClr val="FDF6EC"/>
                </a:solidFill>
              </a:rPr>
              <a:t>10-03-2026</a:t>
            </a:r>
          </a:p>
        </p:txBody>
      </p:sp>
      <p:sp>
        <p:nvSpPr>
          <p:cNvPr id="5" name="Footer Placeholder 4">
            <a:extLst>
              <a:ext uri="{FF2B5EF4-FFF2-40B4-BE49-F238E27FC236}">
                <a16:creationId xmlns:a16="http://schemas.microsoft.com/office/drawing/2014/main" id="{993489E5-1C52-49B0-BCF9-7678513C52EE}"/>
              </a:ext>
            </a:extLst>
          </p:cNvPr>
          <p:cNvSpPr>
            <a:spLocks noGrp="1"/>
          </p:cNvSpPr>
          <p:nvPr>
            <p:ph type="ftr" sz="quarter" idx="11"/>
          </p:nvPr>
        </p:nvSpPr>
        <p:spPr/>
        <p:txBody>
          <a:bodyPr/>
          <a:lstStyle/>
          <a:p>
            <a:r>
              <a:rPr lang="en-US" dirty="0">
                <a:solidFill>
                  <a:srgbClr val="FDF6EC"/>
                </a:solidFill>
              </a:rPr>
              <a:t>2520090001           Department of CSIT</a:t>
            </a:r>
          </a:p>
        </p:txBody>
      </p:sp>
      <p:sp>
        <p:nvSpPr>
          <p:cNvPr id="6" name="Slide Number Placeholder 5">
            <a:extLst>
              <a:ext uri="{FF2B5EF4-FFF2-40B4-BE49-F238E27FC236}">
                <a16:creationId xmlns:a16="http://schemas.microsoft.com/office/drawing/2014/main" id="{DE78EA83-B72F-4FB0-99C6-9DE8CDDE3653}"/>
              </a:ext>
            </a:extLst>
          </p:cNvPr>
          <p:cNvSpPr>
            <a:spLocks noGrp="1"/>
          </p:cNvSpPr>
          <p:nvPr>
            <p:ph type="sldNum" sz="quarter" idx="12"/>
          </p:nvPr>
        </p:nvSpPr>
        <p:spPr/>
        <p:txBody>
          <a:bodyPr/>
          <a:lstStyle/>
          <a:p>
            <a:fld id="{B961B71F-4B40-8942-BB88-E0F5C0B46E10}" type="slidenum">
              <a:rPr lang="en-US" smtClean="0">
                <a:solidFill>
                  <a:srgbClr val="FDF6EC"/>
                </a:solidFill>
              </a:rPr>
              <a:t>12</a:t>
            </a:fld>
            <a:endParaRPr lang="en-US">
              <a:solidFill>
                <a:srgbClr val="FDF6EC"/>
              </a:solidFill>
            </a:endParaRPr>
          </a:p>
        </p:txBody>
      </p:sp>
      <p:pic>
        <p:nvPicPr>
          <p:cNvPr id="10" name="Picture 9">
            <a:extLst>
              <a:ext uri="{FF2B5EF4-FFF2-40B4-BE49-F238E27FC236}">
                <a16:creationId xmlns:a16="http://schemas.microsoft.com/office/drawing/2014/main" id="{72298974-F822-4F95-9DFF-10C0FBFACBF3}"/>
              </a:ext>
            </a:extLst>
          </p:cNvPr>
          <p:cNvPicPr>
            <a:picLocks noChangeAspect="1"/>
          </p:cNvPicPr>
          <p:nvPr/>
        </p:nvPicPr>
        <p:blipFill>
          <a:blip r:embed="rId2"/>
          <a:stretch>
            <a:fillRect/>
          </a:stretch>
        </p:blipFill>
        <p:spPr>
          <a:xfrm>
            <a:off x="0" y="1116532"/>
            <a:ext cx="12192000" cy="5325792"/>
          </a:xfrm>
          <a:prstGeom prst="rect">
            <a:avLst/>
          </a:prstGeom>
        </p:spPr>
      </p:pic>
      <p:pic>
        <p:nvPicPr>
          <p:cNvPr id="16" name="Picture 15" descr="A picture containing shape  Description automatically generated">
            <a:extLst>
              <a:ext uri="{FF2B5EF4-FFF2-40B4-BE49-F238E27FC236}">
                <a16:creationId xmlns:a16="http://schemas.microsoft.com/office/drawing/2014/main" id="{238E6FBD-62C6-4FE5-9E65-B2815243BF82}"/>
              </a:ext>
            </a:extLst>
          </p:cNvPr>
          <p:cNvPicPr>
            <a:picLocks noChangeAspect="1"/>
          </p:cNvPicPr>
          <p:nvPr/>
        </p:nvPicPr>
        <p:blipFill>
          <a:blip r:embed="rId3"/>
          <a:stretch>
            <a:fillRect/>
          </a:stretch>
        </p:blipFill>
        <p:spPr>
          <a:xfrm>
            <a:off x="30000" y="20001"/>
            <a:ext cx="1725712" cy="979538"/>
          </a:xfrm>
          <a:prstGeom prst="rect">
            <a:avLst/>
          </a:prstGeom>
        </p:spPr>
      </p:pic>
    </p:spTree>
    <p:extLst>
      <p:ext uri="{BB962C8B-B14F-4D97-AF65-F5344CB8AC3E}">
        <p14:creationId xmlns:p14="http://schemas.microsoft.com/office/powerpoint/2010/main" val="4060366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2" name="Title 1">
            <a:extLst>
              <a:ext uri="{FF2B5EF4-FFF2-40B4-BE49-F238E27FC236}">
                <a16:creationId xmlns:a16="http://schemas.microsoft.com/office/drawing/2014/main" id="{836122C6-D7DB-4F40-AEB2-24EF9491AC42}"/>
              </a:ext>
            </a:extLst>
          </p:cNvPr>
          <p:cNvSpPr>
            <a:spLocks noGrp="1"/>
          </p:cNvSpPr>
          <p:nvPr>
            <p:ph type="title"/>
          </p:nvPr>
        </p:nvSpPr>
        <p:spPr>
          <a:xfrm>
            <a:off x="838200" y="136525"/>
            <a:ext cx="10515600" cy="669975"/>
          </a:xfrm>
        </p:spPr>
        <p:txBody>
          <a:bodyPr>
            <a:normAutofit fontScale="90000"/>
          </a:bodyPr>
          <a:lstStyle/>
          <a:p>
            <a:r>
              <a:rPr lang="en-GB" dirty="0">
                <a:solidFill>
                  <a:srgbClr val="FFFFFF"/>
                </a:solidFill>
              </a:rPr>
              <a:t>                         Search Page for Sarees</a:t>
            </a:r>
            <a:endParaRPr lang="en-IN" dirty="0">
              <a:solidFill>
                <a:srgbClr val="FFFFFF"/>
              </a:solidFill>
            </a:endParaRPr>
          </a:p>
        </p:txBody>
      </p:sp>
      <p:sp>
        <p:nvSpPr>
          <p:cNvPr id="6" name="Slide Number Placeholder 5">
            <a:extLst>
              <a:ext uri="{FF2B5EF4-FFF2-40B4-BE49-F238E27FC236}">
                <a16:creationId xmlns:a16="http://schemas.microsoft.com/office/drawing/2014/main" id="{24755BDF-9109-48B7-8B56-A77F99FEC10B}"/>
              </a:ext>
            </a:extLst>
          </p:cNvPr>
          <p:cNvSpPr>
            <a:spLocks noGrp="1"/>
          </p:cNvSpPr>
          <p:nvPr>
            <p:ph type="sldNum" sz="quarter" idx="12"/>
          </p:nvPr>
        </p:nvSpPr>
        <p:spPr/>
        <p:txBody>
          <a:bodyPr/>
          <a:lstStyle/>
          <a:p>
            <a:fld id="{B961B71F-4B40-8942-BB88-E0F5C0B46E10}" type="slidenum">
              <a:rPr lang="en-US" smtClean="0">
                <a:solidFill>
                  <a:srgbClr val="FDF6EC"/>
                </a:solidFill>
              </a:rPr>
              <a:t>13</a:t>
            </a:fld>
            <a:endParaRPr lang="en-US" dirty="0">
              <a:solidFill>
                <a:srgbClr val="FDF6EC"/>
              </a:solidFill>
            </a:endParaRPr>
          </a:p>
        </p:txBody>
      </p:sp>
      <p:pic>
        <p:nvPicPr>
          <p:cNvPr id="8" name="Picture 7">
            <a:extLst>
              <a:ext uri="{FF2B5EF4-FFF2-40B4-BE49-F238E27FC236}">
                <a16:creationId xmlns:a16="http://schemas.microsoft.com/office/drawing/2014/main" id="{BC0E9194-AF93-4452-946E-58206E5DC8CA}"/>
              </a:ext>
            </a:extLst>
          </p:cNvPr>
          <p:cNvPicPr>
            <a:picLocks noChangeAspect="1"/>
          </p:cNvPicPr>
          <p:nvPr/>
        </p:nvPicPr>
        <p:blipFill>
          <a:blip r:embed="rId2"/>
          <a:stretch>
            <a:fillRect/>
          </a:stretch>
        </p:blipFill>
        <p:spPr>
          <a:xfrm>
            <a:off x="0" y="952900"/>
            <a:ext cx="12192000" cy="5314799"/>
          </a:xfrm>
          <a:prstGeom prst="rect">
            <a:avLst/>
          </a:prstGeom>
        </p:spPr>
      </p:pic>
      <p:sp>
        <p:nvSpPr>
          <p:cNvPr id="7" name="Date Placeholder 3">
            <a:extLst>
              <a:ext uri="{FF2B5EF4-FFF2-40B4-BE49-F238E27FC236}">
                <a16:creationId xmlns:a16="http://schemas.microsoft.com/office/drawing/2014/main" id="{F41E9A14-1515-4ACF-BC2A-AC8E926CF5DF}"/>
              </a:ext>
            </a:extLst>
          </p:cNvPr>
          <p:cNvSpPr>
            <a:spLocks noGrp="1"/>
          </p:cNvSpPr>
          <p:nvPr>
            <p:ph type="dt" sz="half" idx="10"/>
          </p:nvPr>
        </p:nvSpPr>
        <p:spPr>
          <a:xfrm>
            <a:off x="838200" y="6356350"/>
            <a:ext cx="2743200" cy="365125"/>
          </a:xfrm>
        </p:spPr>
        <p:txBody>
          <a:bodyPr/>
          <a:lstStyle/>
          <a:p>
            <a:r>
              <a:rPr lang="en-US" dirty="0">
                <a:solidFill>
                  <a:srgbClr val="FDF6EC"/>
                </a:solidFill>
              </a:rPr>
              <a:t>10-03-2026</a:t>
            </a:r>
          </a:p>
        </p:txBody>
      </p:sp>
      <p:sp>
        <p:nvSpPr>
          <p:cNvPr id="9" name="Footer Placeholder 4">
            <a:extLst>
              <a:ext uri="{FF2B5EF4-FFF2-40B4-BE49-F238E27FC236}">
                <a16:creationId xmlns:a16="http://schemas.microsoft.com/office/drawing/2014/main" id="{CEDB2A7D-A424-4232-99A3-AEECC7B8E9D9}"/>
              </a:ext>
            </a:extLst>
          </p:cNvPr>
          <p:cNvSpPr>
            <a:spLocks noGrp="1"/>
          </p:cNvSpPr>
          <p:nvPr>
            <p:ph type="ftr" sz="quarter" idx="11"/>
          </p:nvPr>
        </p:nvSpPr>
        <p:spPr>
          <a:xfrm>
            <a:off x="4038600" y="6356350"/>
            <a:ext cx="4114800" cy="365125"/>
          </a:xfrm>
        </p:spPr>
        <p:txBody>
          <a:bodyPr/>
          <a:lstStyle/>
          <a:p>
            <a:r>
              <a:rPr lang="en-US" dirty="0">
                <a:solidFill>
                  <a:srgbClr val="FDF6EC"/>
                </a:solidFill>
              </a:rPr>
              <a:t>2520090001           Department of CSIT</a:t>
            </a:r>
          </a:p>
        </p:txBody>
      </p:sp>
      <p:pic>
        <p:nvPicPr>
          <p:cNvPr id="16" name="Picture 15" descr="A picture containing shape  Description automatically generated">
            <a:extLst>
              <a:ext uri="{FF2B5EF4-FFF2-40B4-BE49-F238E27FC236}">
                <a16:creationId xmlns:a16="http://schemas.microsoft.com/office/drawing/2014/main" id="{639B9C92-7BEE-4AD2-9BFC-1C91355BBD71}"/>
              </a:ext>
            </a:extLst>
          </p:cNvPr>
          <p:cNvPicPr>
            <a:picLocks noChangeAspect="1"/>
          </p:cNvPicPr>
          <p:nvPr/>
        </p:nvPicPr>
        <p:blipFill>
          <a:blip r:embed="rId3"/>
          <a:stretch>
            <a:fillRect/>
          </a:stretch>
        </p:blipFill>
        <p:spPr>
          <a:xfrm>
            <a:off x="30000" y="20001"/>
            <a:ext cx="1725712" cy="979538"/>
          </a:xfrm>
          <a:prstGeom prst="rect">
            <a:avLst/>
          </a:prstGeom>
        </p:spPr>
      </p:pic>
    </p:spTree>
    <p:extLst>
      <p:ext uri="{BB962C8B-B14F-4D97-AF65-F5344CB8AC3E}">
        <p14:creationId xmlns:p14="http://schemas.microsoft.com/office/powerpoint/2010/main" val="3553109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2" name="Title 1">
            <a:extLst>
              <a:ext uri="{FF2B5EF4-FFF2-40B4-BE49-F238E27FC236}">
                <a16:creationId xmlns:a16="http://schemas.microsoft.com/office/drawing/2014/main" id="{D0B417C9-66D1-459B-8C37-CAE43AACC572}"/>
              </a:ext>
            </a:extLst>
          </p:cNvPr>
          <p:cNvSpPr>
            <a:spLocks noGrp="1"/>
          </p:cNvSpPr>
          <p:nvPr>
            <p:ph type="title"/>
          </p:nvPr>
        </p:nvSpPr>
        <p:spPr>
          <a:xfrm>
            <a:off x="838200" y="136525"/>
            <a:ext cx="10515600" cy="593727"/>
          </a:xfrm>
        </p:spPr>
        <p:txBody>
          <a:bodyPr>
            <a:normAutofit fontScale="90000"/>
          </a:bodyPr>
          <a:lstStyle/>
          <a:p>
            <a:r>
              <a:rPr lang="en-GB" dirty="0">
                <a:solidFill>
                  <a:srgbClr val="FFFFFF"/>
                </a:solidFill>
              </a:rPr>
              <a:t>                              Wishlist Page</a:t>
            </a:r>
            <a:endParaRPr lang="en-IN" dirty="0">
              <a:solidFill>
                <a:srgbClr val="FFFFFF"/>
              </a:solidFill>
            </a:endParaRPr>
          </a:p>
        </p:txBody>
      </p:sp>
      <p:sp>
        <p:nvSpPr>
          <p:cNvPr id="5" name="Footer Placeholder 4">
            <a:extLst>
              <a:ext uri="{FF2B5EF4-FFF2-40B4-BE49-F238E27FC236}">
                <a16:creationId xmlns:a16="http://schemas.microsoft.com/office/drawing/2014/main" id="{87B0E725-899F-47A1-9ABE-E99F72B338F8}"/>
              </a:ext>
            </a:extLst>
          </p:cNvPr>
          <p:cNvSpPr>
            <a:spLocks noGrp="1"/>
          </p:cNvSpPr>
          <p:nvPr>
            <p:ph type="ftr" sz="quarter" idx="11"/>
          </p:nvPr>
        </p:nvSpPr>
        <p:spPr/>
        <p:txBody>
          <a:bodyPr/>
          <a:lstStyle/>
          <a:p>
            <a:r>
              <a:rPr lang="en-US" dirty="0">
                <a:solidFill>
                  <a:srgbClr val="FDF6EC"/>
                </a:solidFill>
              </a:rPr>
              <a:t>2520090001           Department of CSIT</a:t>
            </a:r>
          </a:p>
        </p:txBody>
      </p:sp>
      <p:sp>
        <p:nvSpPr>
          <p:cNvPr id="6" name="Slide Number Placeholder 5">
            <a:extLst>
              <a:ext uri="{FF2B5EF4-FFF2-40B4-BE49-F238E27FC236}">
                <a16:creationId xmlns:a16="http://schemas.microsoft.com/office/drawing/2014/main" id="{0E1BA98C-38D4-45BA-9FC6-ECB3B2F0AD8F}"/>
              </a:ext>
            </a:extLst>
          </p:cNvPr>
          <p:cNvSpPr>
            <a:spLocks noGrp="1"/>
          </p:cNvSpPr>
          <p:nvPr>
            <p:ph type="sldNum" sz="quarter" idx="12"/>
          </p:nvPr>
        </p:nvSpPr>
        <p:spPr/>
        <p:txBody>
          <a:bodyPr/>
          <a:lstStyle/>
          <a:p>
            <a:fld id="{B961B71F-4B40-8942-BB88-E0F5C0B46E10}" type="slidenum">
              <a:rPr lang="en-US" smtClean="0">
                <a:solidFill>
                  <a:srgbClr val="FDF6EC"/>
                </a:solidFill>
              </a:rPr>
              <a:t>14</a:t>
            </a:fld>
            <a:endParaRPr lang="en-US">
              <a:solidFill>
                <a:srgbClr val="FDF6EC"/>
              </a:solidFill>
            </a:endParaRPr>
          </a:p>
        </p:txBody>
      </p:sp>
      <p:pic>
        <p:nvPicPr>
          <p:cNvPr id="9" name="Picture 8">
            <a:extLst>
              <a:ext uri="{FF2B5EF4-FFF2-40B4-BE49-F238E27FC236}">
                <a16:creationId xmlns:a16="http://schemas.microsoft.com/office/drawing/2014/main" id="{13353F3D-4A2B-4264-B19A-D9DAD089AB8B}"/>
              </a:ext>
            </a:extLst>
          </p:cNvPr>
          <p:cNvPicPr>
            <a:picLocks noChangeAspect="1"/>
          </p:cNvPicPr>
          <p:nvPr/>
        </p:nvPicPr>
        <p:blipFill>
          <a:blip r:embed="rId2"/>
          <a:stretch>
            <a:fillRect/>
          </a:stretch>
        </p:blipFill>
        <p:spPr>
          <a:xfrm>
            <a:off x="0" y="933651"/>
            <a:ext cx="12192000" cy="5358720"/>
          </a:xfrm>
          <a:prstGeom prst="rect">
            <a:avLst/>
          </a:prstGeom>
        </p:spPr>
      </p:pic>
      <p:pic>
        <p:nvPicPr>
          <p:cNvPr id="8" name="Picture 7">
            <a:extLst>
              <a:ext uri="{FF2B5EF4-FFF2-40B4-BE49-F238E27FC236}">
                <a16:creationId xmlns:a16="http://schemas.microsoft.com/office/drawing/2014/main" id="{C5EC309F-174A-46AA-AAB7-D83F410DFB40}"/>
              </a:ext>
            </a:extLst>
          </p:cNvPr>
          <p:cNvPicPr>
            <a:picLocks noChangeAspect="1"/>
          </p:cNvPicPr>
          <p:nvPr/>
        </p:nvPicPr>
        <p:blipFill>
          <a:blip r:embed="rId3"/>
          <a:stretch>
            <a:fillRect/>
          </a:stretch>
        </p:blipFill>
        <p:spPr>
          <a:xfrm>
            <a:off x="838200" y="6356350"/>
            <a:ext cx="2743200" cy="371475"/>
          </a:xfrm>
          <a:prstGeom prst="rect">
            <a:avLst/>
          </a:prstGeom>
        </p:spPr>
      </p:pic>
      <p:pic>
        <p:nvPicPr>
          <p:cNvPr id="16" name="Picture 15" descr="A picture containing shape  Description automatically generated">
            <a:extLst>
              <a:ext uri="{FF2B5EF4-FFF2-40B4-BE49-F238E27FC236}">
                <a16:creationId xmlns:a16="http://schemas.microsoft.com/office/drawing/2014/main" id="{48CB31F3-262D-43F1-90CD-EA3F45260E52}"/>
              </a:ext>
            </a:extLst>
          </p:cNvPr>
          <p:cNvPicPr>
            <a:picLocks noChangeAspect="1"/>
          </p:cNvPicPr>
          <p:nvPr/>
        </p:nvPicPr>
        <p:blipFill>
          <a:blip r:embed="rId4"/>
          <a:stretch>
            <a:fillRect/>
          </a:stretch>
        </p:blipFill>
        <p:spPr>
          <a:xfrm>
            <a:off x="30000" y="20001"/>
            <a:ext cx="1725712" cy="979538"/>
          </a:xfrm>
          <a:prstGeom prst="rect">
            <a:avLst/>
          </a:prstGeom>
        </p:spPr>
      </p:pic>
    </p:spTree>
    <p:extLst>
      <p:ext uri="{BB962C8B-B14F-4D97-AF65-F5344CB8AC3E}">
        <p14:creationId xmlns:p14="http://schemas.microsoft.com/office/powerpoint/2010/main" val="26563494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2" name="Title 1">
            <a:extLst>
              <a:ext uri="{FF2B5EF4-FFF2-40B4-BE49-F238E27FC236}">
                <a16:creationId xmlns:a16="http://schemas.microsoft.com/office/drawing/2014/main" id="{69BF97A3-CB69-45FA-ACE7-EB446D52ED1A}"/>
              </a:ext>
            </a:extLst>
          </p:cNvPr>
          <p:cNvSpPr>
            <a:spLocks noGrp="1"/>
          </p:cNvSpPr>
          <p:nvPr>
            <p:ph type="title"/>
          </p:nvPr>
        </p:nvSpPr>
        <p:spPr>
          <a:xfrm>
            <a:off x="838200" y="136524"/>
            <a:ext cx="10515600" cy="593727"/>
          </a:xfrm>
        </p:spPr>
        <p:txBody>
          <a:bodyPr>
            <a:normAutofit fontScale="90000"/>
          </a:bodyPr>
          <a:lstStyle/>
          <a:p>
            <a:r>
              <a:rPr lang="en-GB" dirty="0">
                <a:solidFill>
                  <a:srgbClr val="FFFFFF"/>
                </a:solidFill>
              </a:rPr>
              <a:t>                                     Cart</a:t>
            </a:r>
            <a:endParaRPr lang="en-IN" dirty="0">
              <a:solidFill>
                <a:srgbClr val="FFFFFF"/>
              </a:solidFill>
            </a:endParaRPr>
          </a:p>
        </p:txBody>
      </p:sp>
      <p:sp>
        <p:nvSpPr>
          <p:cNvPr id="4" name="Date Placeholder 3">
            <a:extLst>
              <a:ext uri="{FF2B5EF4-FFF2-40B4-BE49-F238E27FC236}">
                <a16:creationId xmlns:a16="http://schemas.microsoft.com/office/drawing/2014/main" id="{C146018C-BC7C-4A11-BFF5-36B088F9525D}"/>
              </a:ext>
            </a:extLst>
          </p:cNvPr>
          <p:cNvSpPr>
            <a:spLocks noGrp="1"/>
          </p:cNvSpPr>
          <p:nvPr>
            <p:ph type="dt" sz="half" idx="10"/>
          </p:nvPr>
        </p:nvSpPr>
        <p:spPr/>
        <p:txBody>
          <a:bodyPr/>
          <a:lstStyle/>
          <a:p>
            <a:r>
              <a:rPr lang="en-US" dirty="0">
                <a:solidFill>
                  <a:srgbClr val="FDF6EC"/>
                </a:solidFill>
              </a:rPr>
              <a:t>10-03-2026</a:t>
            </a:r>
          </a:p>
        </p:txBody>
      </p:sp>
      <p:sp>
        <p:nvSpPr>
          <p:cNvPr id="5" name="Footer Placeholder 4">
            <a:extLst>
              <a:ext uri="{FF2B5EF4-FFF2-40B4-BE49-F238E27FC236}">
                <a16:creationId xmlns:a16="http://schemas.microsoft.com/office/drawing/2014/main" id="{4D1A62DB-2A97-4F8A-A998-D6D9F5CD0048}"/>
              </a:ext>
            </a:extLst>
          </p:cNvPr>
          <p:cNvSpPr>
            <a:spLocks noGrp="1"/>
          </p:cNvSpPr>
          <p:nvPr>
            <p:ph type="ftr" sz="quarter" idx="11"/>
          </p:nvPr>
        </p:nvSpPr>
        <p:spPr/>
        <p:txBody>
          <a:bodyPr/>
          <a:lstStyle/>
          <a:p>
            <a:r>
              <a:rPr lang="en-US" dirty="0">
                <a:solidFill>
                  <a:srgbClr val="FDF6EC"/>
                </a:solidFill>
              </a:rPr>
              <a:t>2520090001        Department of CSIT</a:t>
            </a:r>
          </a:p>
        </p:txBody>
      </p:sp>
      <p:sp>
        <p:nvSpPr>
          <p:cNvPr id="6" name="Slide Number Placeholder 5">
            <a:extLst>
              <a:ext uri="{FF2B5EF4-FFF2-40B4-BE49-F238E27FC236}">
                <a16:creationId xmlns:a16="http://schemas.microsoft.com/office/drawing/2014/main" id="{5E6F17BF-0C18-48F9-8D5C-A56C1E38E135}"/>
              </a:ext>
            </a:extLst>
          </p:cNvPr>
          <p:cNvSpPr>
            <a:spLocks noGrp="1"/>
          </p:cNvSpPr>
          <p:nvPr>
            <p:ph type="sldNum" sz="quarter" idx="12"/>
          </p:nvPr>
        </p:nvSpPr>
        <p:spPr/>
        <p:txBody>
          <a:bodyPr/>
          <a:lstStyle/>
          <a:p>
            <a:fld id="{B961B71F-4B40-8942-BB88-E0F5C0B46E10}" type="slidenum">
              <a:rPr lang="en-US" smtClean="0">
                <a:solidFill>
                  <a:srgbClr val="FDF6EC"/>
                </a:solidFill>
              </a:rPr>
              <a:t>15</a:t>
            </a:fld>
            <a:endParaRPr lang="en-US">
              <a:solidFill>
                <a:srgbClr val="FDF6EC"/>
              </a:solidFill>
            </a:endParaRPr>
          </a:p>
        </p:txBody>
      </p:sp>
      <p:pic>
        <p:nvPicPr>
          <p:cNvPr id="8" name="Picture 7">
            <a:extLst>
              <a:ext uri="{FF2B5EF4-FFF2-40B4-BE49-F238E27FC236}">
                <a16:creationId xmlns:a16="http://schemas.microsoft.com/office/drawing/2014/main" id="{0C3A1F35-A925-449F-BF09-C45A8786661D}"/>
              </a:ext>
            </a:extLst>
          </p:cNvPr>
          <p:cNvPicPr>
            <a:picLocks noChangeAspect="1"/>
          </p:cNvPicPr>
          <p:nvPr/>
        </p:nvPicPr>
        <p:blipFill>
          <a:blip r:embed="rId2"/>
          <a:stretch>
            <a:fillRect/>
          </a:stretch>
        </p:blipFill>
        <p:spPr>
          <a:xfrm>
            <a:off x="0" y="933651"/>
            <a:ext cx="12192000" cy="5333030"/>
          </a:xfrm>
          <a:prstGeom prst="rect">
            <a:avLst/>
          </a:prstGeom>
        </p:spPr>
      </p:pic>
      <p:pic>
        <p:nvPicPr>
          <p:cNvPr id="16" name="Picture 15" descr="A picture containing shape  Description automatically generated">
            <a:extLst>
              <a:ext uri="{FF2B5EF4-FFF2-40B4-BE49-F238E27FC236}">
                <a16:creationId xmlns:a16="http://schemas.microsoft.com/office/drawing/2014/main" id="{5BCE7E2C-082B-4583-8C3E-EDB9100D2D84}"/>
              </a:ext>
            </a:extLst>
          </p:cNvPr>
          <p:cNvPicPr>
            <a:picLocks noChangeAspect="1"/>
          </p:cNvPicPr>
          <p:nvPr/>
        </p:nvPicPr>
        <p:blipFill>
          <a:blip r:embed="rId3"/>
          <a:stretch>
            <a:fillRect/>
          </a:stretch>
        </p:blipFill>
        <p:spPr>
          <a:xfrm>
            <a:off x="30000" y="20001"/>
            <a:ext cx="1725712" cy="979538"/>
          </a:xfrm>
          <a:prstGeom prst="rect">
            <a:avLst/>
          </a:prstGeom>
        </p:spPr>
      </p:pic>
    </p:spTree>
    <p:extLst>
      <p:ext uri="{BB962C8B-B14F-4D97-AF65-F5344CB8AC3E}">
        <p14:creationId xmlns:p14="http://schemas.microsoft.com/office/powerpoint/2010/main" val="24819103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2" name="Title 1">
            <a:extLst>
              <a:ext uri="{FF2B5EF4-FFF2-40B4-BE49-F238E27FC236}">
                <a16:creationId xmlns:a16="http://schemas.microsoft.com/office/drawing/2014/main" id="{B76F19C4-870F-4AC6-81DF-B356884E5102}"/>
              </a:ext>
            </a:extLst>
          </p:cNvPr>
          <p:cNvSpPr>
            <a:spLocks noGrp="1"/>
          </p:cNvSpPr>
          <p:nvPr>
            <p:ph type="title"/>
          </p:nvPr>
        </p:nvSpPr>
        <p:spPr>
          <a:xfrm>
            <a:off x="838200" y="0"/>
            <a:ext cx="10515600" cy="835160"/>
          </a:xfrm>
        </p:spPr>
        <p:txBody>
          <a:bodyPr/>
          <a:lstStyle/>
          <a:p>
            <a:r>
              <a:rPr lang="en-GB" dirty="0">
                <a:solidFill>
                  <a:srgbClr val="FFFFFF"/>
                </a:solidFill>
              </a:rPr>
              <a:t>             Advance Booking Process Status</a:t>
            </a:r>
            <a:endParaRPr lang="en-IN" dirty="0">
              <a:solidFill>
                <a:srgbClr val="FFFFFF"/>
              </a:solidFill>
            </a:endParaRPr>
          </a:p>
        </p:txBody>
      </p:sp>
      <p:sp>
        <p:nvSpPr>
          <p:cNvPr id="3" name="Date Placeholder 2">
            <a:extLst>
              <a:ext uri="{FF2B5EF4-FFF2-40B4-BE49-F238E27FC236}">
                <a16:creationId xmlns:a16="http://schemas.microsoft.com/office/drawing/2014/main" id="{3119577E-9A74-4019-8EBE-9F440930167A}"/>
              </a:ext>
            </a:extLst>
          </p:cNvPr>
          <p:cNvSpPr>
            <a:spLocks noGrp="1"/>
          </p:cNvSpPr>
          <p:nvPr>
            <p:ph type="dt" sz="half" idx="10"/>
          </p:nvPr>
        </p:nvSpPr>
        <p:spPr/>
        <p:txBody>
          <a:bodyPr/>
          <a:lstStyle/>
          <a:p>
            <a:r>
              <a:rPr lang="en-US" dirty="0">
                <a:solidFill>
                  <a:srgbClr val="FDF6EC"/>
                </a:solidFill>
              </a:rPr>
              <a:t>10-03-2026</a:t>
            </a:r>
          </a:p>
        </p:txBody>
      </p:sp>
      <p:sp>
        <p:nvSpPr>
          <p:cNvPr id="4" name="Footer Placeholder 3">
            <a:extLst>
              <a:ext uri="{FF2B5EF4-FFF2-40B4-BE49-F238E27FC236}">
                <a16:creationId xmlns:a16="http://schemas.microsoft.com/office/drawing/2014/main" id="{9A919FBB-3742-4B94-AF38-CF3742941DC1}"/>
              </a:ext>
            </a:extLst>
          </p:cNvPr>
          <p:cNvSpPr>
            <a:spLocks noGrp="1"/>
          </p:cNvSpPr>
          <p:nvPr>
            <p:ph type="ftr" sz="quarter" idx="11"/>
          </p:nvPr>
        </p:nvSpPr>
        <p:spPr/>
        <p:txBody>
          <a:bodyPr/>
          <a:lstStyle/>
          <a:p>
            <a:r>
              <a:rPr lang="en-US" dirty="0">
                <a:solidFill>
                  <a:srgbClr val="FDF6EC"/>
                </a:solidFill>
              </a:rPr>
              <a:t>2520090001       Department of CSIT</a:t>
            </a:r>
          </a:p>
        </p:txBody>
      </p:sp>
      <p:sp>
        <p:nvSpPr>
          <p:cNvPr id="5" name="Slide Number Placeholder 4">
            <a:extLst>
              <a:ext uri="{FF2B5EF4-FFF2-40B4-BE49-F238E27FC236}">
                <a16:creationId xmlns:a16="http://schemas.microsoft.com/office/drawing/2014/main" id="{C1517967-4880-4881-ACDB-248BDB3808EE}"/>
              </a:ext>
            </a:extLst>
          </p:cNvPr>
          <p:cNvSpPr>
            <a:spLocks noGrp="1"/>
          </p:cNvSpPr>
          <p:nvPr>
            <p:ph type="sldNum" sz="quarter" idx="12"/>
          </p:nvPr>
        </p:nvSpPr>
        <p:spPr/>
        <p:txBody>
          <a:bodyPr/>
          <a:lstStyle/>
          <a:p>
            <a:fld id="{B961B71F-4B40-8942-BB88-E0F5C0B46E10}" type="slidenum">
              <a:rPr lang="en-US" smtClean="0">
                <a:solidFill>
                  <a:srgbClr val="FDF6EC"/>
                </a:solidFill>
              </a:rPr>
              <a:t>16</a:t>
            </a:fld>
            <a:endParaRPr lang="en-US">
              <a:solidFill>
                <a:srgbClr val="FDF6EC"/>
              </a:solidFill>
            </a:endParaRPr>
          </a:p>
        </p:txBody>
      </p:sp>
      <p:pic>
        <p:nvPicPr>
          <p:cNvPr id="7" name="Picture 6">
            <a:extLst>
              <a:ext uri="{FF2B5EF4-FFF2-40B4-BE49-F238E27FC236}">
                <a16:creationId xmlns:a16="http://schemas.microsoft.com/office/drawing/2014/main" id="{E061C04E-6431-40DE-A923-911338395B13}"/>
              </a:ext>
            </a:extLst>
          </p:cNvPr>
          <p:cNvPicPr>
            <a:picLocks noChangeAspect="1"/>
          </p:cNvPicPr>
          <p:nvPr/>
        </p:nvPicPr>
        <p:blipFill>
          <a:blip r:embed="rId2"/>
          <a:stretch>
            <a:fillRect/>
          </a:stretch>
        </p:blipFill>
        <p:spPr>
          <a:xfrm>
            <a:off x="2412651" y="1280160"/>
            <a:ext cx="7366698" cy="5076190"/>
          </a:xfrm>
          <a:prstGeom prst="rect">
            <a:avLst/>
          </a:prstGeom>
        </p:spPr>
      </p:pic>
      <p:pic>
        <p:nvPicPr>
          <p:cNvPr id="16" name="Picture 15" descr="A picture containing shape  Description automatically generated">
            <a:extLst>
              <a:ext uri="{FF2B5EF4-FFF2-40B4-BE49-F238E27FC236}">
                <a16:creationId xmlns:a16="http://schemas.microsoft.com/office/drawing/2014/main" id="{F22893AA-E62D-46A8-A29C-5A84A938C6DC}"/>
              </a:ext>
            </a:extLst>
          </p:cNvPr>
          <p:cNvPicPr>
            <a:picLocks noChangeAspect="1"/>
          </p:cNvPicPr>
          <p:nvPr/>
        </p:nvPicPr>
        <p:blipFill>
          <a:blip r:embed="rId3"/>
          <a:stretch>
            <a:fillRect/>
          </a:stretch>
        </p:blipFill>
        <p:spPr>
          <a:xfrm>
            <a:off x="30000" y="20001"/>
            <a:ext cx="1725712" cy="979538"/>
          </a:xfrm>
          <a:prstGeom prst="rect">
            <a:avLst/>
          </a:prstGeom>
        </p:spPr>
      </p:pic>
    </p:spTree>
    <p:extLst>
      <p:ext uri="{BB962C8B-B14F-4D97-AF65-F5344CB8AC3E}">
        <p14:creationId xmlns:p14="http://schemas.microsoft.com/office/powerpoint/2010/main" val="35708037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2" name="Title 1">
            <a:extLst>
              <a:ext uri="{FF2B5EF4-FFF2-40B4-BE49-F238E27FC236}">
                <a16:creationId xmlns:a16="http://schemas.microsoft.com/office/drawing/2014/main" id="{E1B8551B-9101-480E-8854-D27236D73FB1}"/>
              </a:ext>
            </a:extLst>
          </p:cNvPr>
          <p:cNvSpPr>
            <a:spLocks noGrp="1"/>
          </p:cNvSpPr>
          <p:nvPr>
            <p:ph type="title"/>
          </p:nvPr>
        </p:nvSpPr>
        <p:spPr>
          <a:xfrm>
            <a:off x="838200" y="136525"/>
            <a:ext cx="10515600" cy="643121"/>
          </a:xfrm>
        </p:spPr>
        <p:txBody>
          <a:bodyPr>
            <a:normAutofit fontScale="90000"/>
          </a:bodyPr>
          <a:lstStyle/>
          <a:p>
            <a:r>
              <a:rPr lang="en-GB" dirty="0">
                <a:solidFill>
                  <a:srgbClr val="FFFFFF"/>
                </a:solidFill>
              </a:rPr>
              <a:t>                                   Admin Page</a:t>
            </a:r>
            <a:endParaRPr lang="en-IN" dirty="0">
              <a:solidFill>
                <a:srgbClr val="FFFFFF"/>
              </a:solidFill>
            </a:endParaRPr>
          </a:p>
        </p:txBody>
      </p:sp>
      <p:sp>
        <p:nvSpPr>
          <p:cNvPr id="4" name="Date Placeholder 3">
            <a:extLst>
              <a:ext uri="{FF2B5EF4-FFF2-40B4-BE49-F238E27FC236}">
                <a16:creationId xmlns:a16="http://schemas.microsoft.com/office/drawing/2014/main" id="{80B9D78B-EC63-4BF2-9F7C-0C84397DF0AE}"/>
              </a:ext>
            </a:extLst>
          </p:cNvPr>
          <p:cNvSpPr>
            <a:spLocks noGrp="1"/>
          </p:cNvSpPr>
          <p:nvPr>
            <p:ph type="dt" sz="half" idx="10"/>
          </p:nvPr>
        </p:nvSpPr>
        <p:spPr/>
        <p:txBody>
          <a:bodyPr/>
          <a:lstStyle/>
          <a:p>
            <a:r>
              <a:rPr lang="en-IN" dirty="0">
                <a:solidFill>
                  <a:srgbClr val="FDF6EC"/>
                </a:solidFill>
              </a:rPr>
              <a:t>10-03-2026</a:t>
            </a:r>
            <a:endParaRPr lang="en-US" dirty="0">
              <a:solidFill>
                <a:srgbClr val="FDF6EC"/>
              </a:solidFill>
            </a:endParaRPr>
          </a:p>
        </p:txBody>
      </p:sp>
      <p:sp>
        <p:nvSpPr>
          <p:cNvPr id="5" name="Footer Placeholder 4">
            <a:extLst>
              <a:ext uri="{FF2B5EF4-FFF2-40B4-BE49-F238E27FC236}">
                <a16:creationId xmlns:a16="http://schemas.microsoft.com/office/drawing/2014/main" id="{2FB1BA77-8C84-46AE-B864-117B4D082142}"/>
              </a:ext>
            </a:extLst>
          </p:cNvPr>
          <p:cNvSpPr>
            <a:spLocks noGrp="1"/>
          </p:cNvSpPr>
          <p:nvPr>
            <p:ph type="ftr" sz="quarter" idx="11"/>
          </p:nvPr>
        </p:nvSpPr>
        <p:spPr/>
        <p:txBody>
          <a:bodyPr/>
          <a:lstStyle/>
          <a:p>
            <a:r>
              <a:rPr lang="en-US" dirty="0">
                <a:solidFill>
                  <a:srgbClr val="FDF6EC"/>
                </a:solidFill>
              </a:rPr>
              <a:t>2520090001         Department of CSIT</a:t>
            </a:r>
          </a:p>
        </p:txBody>
      </p:sp>
      <p:sp>
        <p:nvSpPr>
          <p:cNvPr id="6" name="Slide Number Placeholder 5">
            <a:extLst>
              <a:ext uri="{FF2B5EF4-FFF2-40B4-BE49-F238E27FC236}">
                <a16:creationId xmlns:a16="http://schemas.microsoft.com/office/drawing/2014/main" id="{E7FB9E49-F3BD-4070-885C-1781450BED73}"/>
              </a:ext>
            </a:extLst>
          </p:cNvPr>
          <p:cNvSpPr>
            <a:spLocks noGrp="1"/>
          </p:cNvSpPr>
          <p:nvPr>
            <p:ph type="sldNum" sz="quarter" idx="12"/>
          </p:nvPr>
        </p:nvSpPr>
        <p:spPr/>
        <p:txBody>
          <a:bodyPr/>
          <a:lstStyle/>
          <a:p>
            <a:fld id="{B961B71F-4B40-8942-BB88-E0F5C0B46E10}" type="slidenum">
              <a:rPr lang="en-US" smtClean="0">
                <a:solidFill>
                  <a:srgbClr val="FDF6EC"/>
                </a:solidFill>
              </a:rPr>
              <a:t>17</a:t>
            </a:fld>
            <a:endParaRPr lang="en-US">
              <a:solidFill>
                <a:srgbClr val="FDF6EC"/>
              </a:solidFill>
            </a:endParaRPr>
          </a:p>
        </p:txBody>
      </p:sp>
      <p:pic>
        <p:nvPicPr>
          <p:cNvPr id="8" name="Picture 7">
            <a:extLst>
              <a:ext uri="{FF2B5EF4-FFF2-40B4-BE49-F238E27FC236}">
                <a16:creationId xmlns:a16="http://schemas.microsoft.com/office/drawing/2014/main" id="{9E245875-D336-4FFD-8DB4-A482D702A0CF}"/>
              </a:ext>
            </a:extLst>
          </p:cNvPr>
          <p:cNvPicPr>
            <a:picLocks noChangeAspect="1"/>
          </p:cNvPicPr>
          <p:nvPr/>
        </p:nvPicPr>
        <p:blipFill>
          <a:blip r:embed="rId2"/>
          <a:stretch>
            <a:fillRect/>
          </a:stretch>
        </p:blipFill>
        <p:spPr>
          <a:xfrm>
            <a:off x="0" y="895148"/>
            <a:ext cx="12192000" cy="5323437"/>
          </a:xfrm>
          <a:prstGeom prst="rect">
            <a:avLst/>
          </a:prstGeom>
        </p:spPr>
      </p:pic>
      <p:pic>
        <p:nvPicPr>
          <p:cNvPr id="16" name="Picture 15" descr="A picture containing shape  Description automatically generated">
            <a:extLst>
              <a:ext uri="{FF2B5EF4-FFF2-40B4-BE49-F238E27FC236}">
                <a16:creationId xmlns:a16="http://schemas.microsoft.com/office/drawing/2014/main" id="{A00131F6-4EAF-4820-B780-2B69CAE0A222}"/>
              </a:ext>
            </a:extLst>
          </p:cNvPr>
          <p:cNvPicPr>
            <a:picLocks noChangeAspect="1"/>
          </p:cNvPicPr>
          <p:nvPr/>
        </p:nvPicPr>
        <p:blipFill>
          <a:blip r:embed="rId3"/>
          <a:stretch>
            <a:fillRect/>
          </a:stretch>
        </p:blipFill>
        <p:spPr>
          <a:xfrm>
            <a:off x="30000" y="20001"/>
            <a:ext cx="1725712" cy="979538"/>
          </a:xfrm>
          <a:prstGeom prst="rect">
            <a:avLst/>
          </a:prstGeom>
        </p:spPr>
      </p:pic>
    </p:spTree>
    <p:extLst>
      <p:ext uri="{BB962C8B-B14F-4D97-AF65-F5344CB8AC3E}">
        <p14:creationId xmlns:p14="http://schemas.microsoft.com/office/powerpoint/2010/main" val="2138609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2" name="Title 1">
            <a:extLst>
              <a:ext uri="{FF2B5EF4-FFF2-40B4-BE49-F238E27FC236}">
                <a16:creationId xmlns:a16="http://schemas.microsoft.com/office/drawing/2014/main" id="{A6BABDEA-7E16-42F7-9582-80FFC35F2C7A}"/>
              </a:ext>
            </a:extLst>
          </p:cNvPr>
          <p:cNvSpPr>
            <a:spLocks noGrp="1"/>
          </p:cNvSpPr>
          <p:nvPr>
            <p:ph type="title"/>
          </p:nvPr>
        </p:nvSpPr>
        <p:spPr>
          <a:xfrm>
            <a:off x="838200" y="60001"/>
            <a:ext cx="10515600" cy="731999"/>
          </a:xfrm>
        </p:spPr>
        <p:txBody>
          <a:bodyPr>
            <a:normAutofit/>
          </a:bodyPr>
          <a:lstStyle/>
          <a:p>
            <a:r>
              <a:rPr lang="en-US" b="1" dirty="0">
                <a:solidFill>
                  <a:srgbClr val="FFFFFF"/>
                </a:solidFill>
              </a:rPr>
              <a:t>                     Co’s Attainments - DSA</a:t>
            </a:r>
            <a:endParaRPr lang="en-IN" dirty="0">
              <a:solidFill>
                <a:srgbClr val="FFFFFF"/>
              </a:solidFill>
            </a:endParaRPr>
          </a:p>
        </p:txBody>
      </p:sp>
      <p:sp>
        <p:nvSpPr>
          <p:cNvPr id="3" name="Content Placeholder 2">
            <a:extLst>
              <a:ext uri="{FF2B5EF4-FFF2-40B4-BE49-F238E27FC236}">
                <a16:creationId xmlns:a16="http://schemas.microsoft.com/office/drawing/2014/main" id="{675AB10E-7120-4364-958F-B47BB899766F}"/>
              </a:ext>
            </a:extLst>
          </p:cNvPr>
          <p:cNvSpPr>
            <a:spLocks noGrp="1"/>
          </p:cNvSpPr>
          <p:nvPr>
            <p:ph idx="1"/>
          </p:nvPr>
        </p:nvSpPr>
        <p:spPr>
          <a:xfrm>
            <a:off x="838200" y="1280160"/>
            <a:ext cx="10515600" cy="4896803"/>
          </a:xfrm>
        </p:spPr>
        <p:txBody>
          <a:bodyPr>
            <a:normAutofit/>
          </a:bodyPr>
          <a:lstStyle/>
          <a:p>
            <a:pPr marL="0" indent="0">
              <a:lnSpc>
                <a:spcPct val="100000"/>
              </a:lnSpc>
              <a:buNone/>
            </a:pPr>
            <a:r>
              <a:rPr lang="en-GB" sz="2400" dirty="0"/>
              <a:t>CO1: Analysed problem statements and evaluated algorithm efficiency using Big-O notation and time complexity concepts.</a:t>
            </a:r>
          </a:p>
          <a:p>
            <a:pPr marL="0" indent="0">
              <a:lnSpc>
                <a:spcPct val="100000"/>
              </a:lnSpc>
              <a:buNone/>
            </a:pPr>
            <a:r>
              <a:rPr lang="en-GB" sz="2400" dirty="0"/>
              <a:t>CO2: Implemented searching and sorting algorithms (Linear Search, Binary Search, Bubble Sort, Selection Sort, Insertion Sort, Merge Sort, Quick Sort) to manage saree data efficiently.</a:t>
            </a:r>
          </a:p>
          <a:p>
            <a:pPr marL="0" indent="0">
              <a:lnSpc>
                <a:spcPct val="100000"/>
              </a:lnSpc>
              <a:buNone/>
            </a:pPr>
            <a:r>
              <a:rPr lang="en-GB" sz="2400" dirty="0"/>
              <a:t>CO3: Designed and implemented Abstract Data Types using arrays and linked lists to store and manipulate saree information.</a:t>
            </a:r>
          </a:p>
          <a:p>
            <a:pPr marL="0" indent="0">
              <a:lnSpc>
                <a:spcPct val="100000"/>
              </a:lnSpc>
              <a:buNone/>
            </a:pPr>
            <a:r>
              <a:rPr lang="en-GB" sz="2400" dirty="0"/>
              <a:t>CO4: Applied stacks and queues for functionalities like </a:t>
            </a:r>
            <a:r>
              <a:rPr lang="en-GB" sz="2400" dirty="0" err="1"/>
              <a:t>wishlist</a:t>
            </a:r>
            <a:r>
              <a:rPr lang="en-GB" sz="2400" dirty="0"/>
              <a:t> management and order processing.</a:t>
            </a:r>
          </a:p>
          <a:p>
            <a:pPr marL="0" indent="0">
              <a:lnSpc>
                <a:spcPct val="100000"/>
              </a:lnSpc>
              <a:buNone/>
            </a:pPr>
            <a:r>
              <a:rPr lang="en-GB" sz="2400" dirty="0"/>
              <a:t>CO5: Implemented hash-based data structures and priority queues to enable faster data retrieval and prioritized operations.</a:t>
            </a:r>
          </a:p>
          <a:p>
            <a:endParaRPr lang="en-IN" dirty="0"/>
          </a:p>
        </p:txBody>
      </p:sp>
      <p:sp>
        <p:nvSpPr>
          <p:cNvPr id="4" name="Date Placeholder 3">
            <a:extLst>
              <a:ext uri="{FF2B5EF4-FFF2-40B4-BE49-F238E27FC236}">
                <a16:creationId xmlns:a16="http://schemas.microsoft.com/office/drawing/2014/main" id="{79294E0E-54A8-4019-9CE2-88FA32AA408E}"/>
              </a:ext>
            </a:extLst>
          </p:cNvPr>
          <p:cNvSpPr>
            <a:spLocks noGrp="1"/>
          </p:cNvSpPr>
          <p:nvPr>
            <p:ph type="dt" sz="half" idx="10"/>
          </p:nvPr>
        </p:nvSpPr>
        <p:spPr/>
        <p:txBody>
          <a:bodyPr/>
          <a:lstStyle/>
          <a:p>
            <a:r>
              <a:rPr lang="en-US" dirty="0">
                <a:solidFill>
                  <a:srgbClr val="FDF6EC"/>
                </a:solidFill>
              </a:rPr>
              <a:t>10-03-2026</a:t>
            </a:r>
          </a:p>
        </p:txBody>
      </p:sp>
      <p:sp>
        <p:nvSpPr>
          <p:cNvPr id="5" name="Footer Placeholder 4">
            <a:extLst>
              <a:ext uri="{FF2B5EF4-FFF2-40B4-BE49-F238E27FC236}">
                <a16:creationId xmlns:a16="http://schemas.microsoft.com/office/drawing/2014/main" id="{719BA4BC-4AE7-48BD-811A-9E264D305708}"/>
              </a:ext>
            </a:extLst>
          </p:cNvPr>
          <p:cNvSpPr>
            <a:spLocks noGrp="1"/>
          </p:cNvSpPr>
          <p:nvPr>
            <p:ph type="ftr" sz="quarter" idx="11"/>
          </p:nvPr>
        </p:nvSpPr>
        <p:spPr/>
        <p:txBody>
          <a:bodyPr/>
          <a:lstStyle/>
          <a:p>
            <a:r>
              <a:rPr lang="en-US" dirty="0">
                <a:solidFill>
                  <a:srgbClr val="FDF6EC"/>
                </a:solidFill>
              </a:rPr>
              <a:t>2520090001      Department of CSIT</a:t>
            </a:r>
          </a:p>
        </p:txBody>
      </p:sp>
      <p:sp>
        <p:nvSpPr>
          <p:cNvPr id="6" name="Slide Number Placeholder 5">
            <a:extLst>
              <a:ext uri="{FF2B5EF4-FFF2-40B4-BE49-F238E27FC236}">
                <a16:creationId xmlns:a16="http://schemas.microsoft.com/office/drawing/2014/main" id="{F29F6D67-1D2B-4893-8E8A-994F23B4865B}"/>
              </a:ext>
            </a:extLst>
          </p:cNvPr>
          <p:cNvSpPr>
            <a:spLocks noGrp="1"/>
          </p:cNvSpPr>
          <p:nvPr>
            <p:ph type="sldNum" sz="quarter" idx="12"/>
          </p:nvPr>
        </p:nvSpPr>
        <p:spPr/>
        <p:txBody>
          <a:bodyPr/>
          <a:lstStyle/>
          <a:p>
            <a:fld id="{B961B71F-4B40-8942-BB88-E0F5C0B46E10}" type="slidenum">
              <a:rPr lang="en-US" smtClean="0">
                <a:solidFill>
                  <a:srgbClr val="FDF6EC"/>
                </a:solidFill>
              </a:rPr>
              <a:t>18</a:t>
            </a:fld>
            <a:endParaRPr lang="en-US" dirty="0">
              <a:solidFill>
                <a:srgbClr val="FDF6EC"/>
              </a:solidFill>
            </a:endParaRPr>
          </a:p>
        </p:txBody>
      </p:sp>
      <p:pic>
        <p:nvPicPr>
          <p:cNvPr id="16" name="Picture 15" descr="A picture containing shape  Description automatically generated">
            <a:extLst>
              <a:ext uri="{FF2B5EF4-FFF2-40B4-BE49-F238E27FC236}">
                <a16:creationId xmlns:a16="http://schemas.microsoft.com/office/drawing/2014/main" id="{EC43B0D1-F949-47D5-8970-7890D099B9CD}"/>
              </a:ext>
            </a:extLst>
          </p:cNvPr>
          <p:cNvPicPr>
            <a:picLocks noChangeAspect="1"/>
          </p:cNvPicPr>
          <p:nvPr/>
        </p:nvPicPr>
        <p:blipFill>
          <a:blip r:embed="rId2"/>
          <a:stretch>
            <a:fillRect/>
          </a:stretch>
        </p:blipFill>
        <p:spPr>
          <a:xfrm>
            <a:off x="30000" y="20001"/>
            <a:ext cx="1725712" cy="979538"/>
          </a:xfrm>
          <a:prstGeom prst="rect">
            <a:avLst/>
          </a:prstGeom>
        </p:spPr>
      </p:pic>
    </p:spTree>
    <p:extLst>
      <p:ext uri="{BB962C8B-B14F-4D97-AF65-F5344CB8AC3E}">
        <p14:creationId xmlns:p14="http://schemas.microsoft.com/office/powerpoint/2010/main" val="26377962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11" name="Title 10">
            <a:extLst>
              <a:ext uri="{FF2B5EF4-FFF2-40B4-BE49-F238E27FC236}">
                <a16:creationId xmlns:a16="http://schemas.microsoft.com/office/drawing/2014/main" id="{1D348954-48A4-4203-A80D-F049049C133C}"/>
              </a:ext>
            </a:extLst>
          </p:cNvPr>
          <p:cNvSpPr>
            <a:spLocks noGrp="1"/>
          </p:cNvSpPr>
          <p:nvPr>
            <p:ph type="title"/>
          </p:nvPr>
        </p:nvSpPr>
        <p:spPr>
          <a:xfrm>
            <a:off x="838200" y="1"/>
            <a:ext cx="10515600" cy="757999"/>
          </a:xfrm>
        </p:spPr>
        <p:txBody>
          <a:bodyPr>
            <a:normAutofit/>
          </a:bodyPr>
          <a:lstStyle/>
          <a:p>
            <a:r>
              <a:rPr lang="en-GB" dirty="0">
                <a:solidFill>
                  <a:srgbClr val="FFFFFF"/>
                </a:solidFill>
              </a:rPr>
              <a:t>                              User Login</a:t>
            </a:r>
            <a:endParaRPr lang="en-IN" dirty="0">
              <a:solidFill>
                <a:srgbClr val="FFFFFF"/>
              </a:solidFill>
            </a:endParaRPr>
          </a:p>
        </p:txBody>
      </p:sp>
      <p:pic>
        <p:nvPicPr>
          <p:cNvPr id="8" name="Content Placeholder 7">
            <a:extLst>
              <a:ext uri="{FF2B5EF4-FFF2-40B4-BE49-F238E27FC236}">
                <a16:creationId xmlns:a16="http://schemas.microsoft.com/office/drawing/2014/main" id="{F14A91B2-1AEF-41AC-B8EE-C5616846B90A}"/>
              </a:ext>
            </a:extLst>
          </p:cNvPr>
          <p:cNvPicPr>
            <a:picLocks noGrp="1" noChangeAspect="1"/>
          </p:cNvPicPr>
          <p:nvPr>
            <p:ph sz="half" idx="1"/>
          </p:nvPr>
        </p:nvPicPr>
        <p:blipFill>
          <a:blip r:embed="rId2"/>
          <a:stretch>
            <a:fillRect/>
          </a:stretch>
        </p:blipFill>
        <p:spPr>
          <a:xfrm>
            <a:off x="703446" y="1376472"/>
            <a:ext cx="5181600" cy="4196555"/>
          </a:xfrm>
        </p:spPr>
      </p:pic>
      <p:sp>
        <p:nvSpPr>
          <p:cNvPr id="4" name="Date Placeholder 3">
            <a:extLst>
              <a:ext uri="{FF2B5EF4-FFF2-40B4-BE49-F238E27FC236}">
                <a16:creationId xmlns:a16="http://schemas.microsoft.com/office/drawing/2014/main" id="{3EE1D538-5B93-4B13-9920-CB94DA642055}"/>
              </a:ext>
            </a:extLst>
          </p:cNvPr>
          <p:cNvSpPr>
            <a:spLocks noGrp="1"/>
          </p:cNvSpPr>
          <p:nvPr>
            <p:ph type="dt" sz="half" idx="10"/>
          </p:nvPr>
        </p:nvSpPr>
        <p:spPr/>
        <p:txBody>
          <a:bodyPr/>
          <a:lstStyle/>
          <a:p>
            <a:r>
              <a:rPr lang="en-US" dirty="0">
                <a:solidFill>
                  <a:srgbClr val="FDF6EC"/>
                </a:solidFill>
              </a:rPr>
              <a:t>10-03-2026</a:t>
            </a:r>
          </a:p>
        </p:txBody>
      </p:sp>
      <p:sp>
        <p:nvSpPr>
          <p:cNvPr id="5" name="Footer Placeholder 4">
            <a:extLst>
              <a:ext uri="{FF2B5EF4-FFF2-40B4-BE49-F238E27FC236}">
                <a16:creationId xmlns:a16="http://schemas.microsoft.com/office/drawing/2014/main" id="{EB4C9E8A-0068-4C7E-A6C2-7013535CECAA}"/>
              </a:ext>
            </a:extLst>
          </p:cNvPr>
          <p:cNvSpPr>
            <a:spLocks noGrp="1"/>
          </p:cNvSpPr>
          <p:nvPr>
            <p:ph type="ftr" sz="quarter" idx="11"/>
          </p:nvPr>
        </p:nvSpPr>
        <p:spPr/>
        <p:txBody>
          <a:bodyPr/>
          <a:lstStyle/>
          <a:p>
            <a:r>
              <a:rPr lang="en-US" dirty="0">
                <a:solidFill>
                  <a:srgbClr val="FDF6EC"/>
                </a:solidFill>
              </a:rPr>
              <a:t>2520090001     Department of CSIT</a:t>
            </a:r>
          </a:p>
        </p:txBody>
      </p:sp>
      <p:sp>
        <p:nvSpPr>
          <p:cNvPr id="6" name="Slide Number Placeholder 5">
            <a:extLst>
              <a:ext uri="{FF2B5EF4-FFF2-40B4-BE49-F238E27FC236}">
                <a16:creationId xmlns:a16="http://schemas.microsoft.com/office/drawing/2014/main" id="{28674C43-8B9A-4C53-85FD-3615D53E6B0D}"/>
              </a:ext>
            </a:extLst>
          </p:cNvPr>
          <p:cNvSpPr>
            <a:spLocks noGrp="1"/>
          </p:cNvSpPr>
          <p:nvPr>
            <p:ph type="sldNum" sz="quarter" idx="12"/>
          </p:nvPr>
        </p:nvSpPr>
        <p:spPr/>
        <p:txBody>
          <a:bodyPr/>
          <a:lstStyle/>
          <a:p>
            <a:fld id="{D6396F81-1074-6B40-A92F-A06CCD3B4178}" type="slidenum">
              <a:rPr lang="en-US" smtClean="0">
                <a:solidFill>
                  <a:srgbClr val="FDF6EC"/>
                </a:solidFill>
              </a:rPr>
              <a:t>19</a:t>
            </a:fld>
            <a:endParaRPr lang="en-US">
              <a:solidFill>
                <a:srgbClr val="FDF6EC"/>
              </a:solidFill>
            </a:endParaRPr>
          </a:p>
        </p:txBody>
      </p:sp>
      <p:pic>
        <p:nvPicPr>
          <p:cNvPr id="10" name="Picture 9">
            <a:extLst>
              <a:ext uri="{FF2B5EF4-FFF2-40B4-BE49-F238E27FC236}">
                <a16:creationId xmlns:a16="http://schemas.microsoft.com/office/drawing/2014/main" id="{92900608-590D-4629-BB56-4DB6DD74D6E3}"/>
              </a:ext>
            </a:extLst>
          </p:cNvPr>
          <p:cNvPicPr>
            <a:picLocks noChangeAspect="1"/>
          </p:cNvPicPr>
          <p:nvPr/>
        </p:nvPicPr>
        <p:blipFill>
          <a:blip r:embed="rId3"/>
          <a:stretch>
            <a:fillRect/>
          </a:stretch>
        </p:blipFill>
        <p:spPr>
          <a:xfrm>
            <a:off x="6096000" y="1251284"/>
            <a:ext cx="5893067" cy="4478852"/>
          </a:xfrm>
          <a:prstGeom prst="rect">
            <a:avLst/>
          </a:prstGeom>
        </p:spPr>
      </p:pic>
      <p:pic>
        <p:nvPicPr>
          <p:cNvPr id="17" name="Picture 16" descr="A picture containing shape  Description automatically generated">
            <a:extLst>
              <a:ext uri="{FF2B5EF4-FFF2-40B4-BE49-F238E27FC236}">
                <a16:creationId xmlns:a16="http://schemas.microsoft.com/office/drawing/2014/main" id="{5CEE1F34-FFCC-4B04-86CC-C1BDFCE41A73}"/>
              </a:ext>
            </a:extLst>
          </p:cNvPr>
          <p:cNvPicPr>
            <a:picLocks noChangeAspect="1"/>
          </p:cNvPicPr>
          <p:nvPr/>
        </p:nvPicPr>
        <p:blipFill>
          <a:blip r:embed="rId4"/>
          <a:stretch>
            <a:fillRect/>
          </a:stretch>
        </p:blipFill>
        <p:spPr>
          <a:xfrm>
            <a:off x="30000" y="20001"/>
            <a:ext cx="1725712" cy="979538"/>
          </a:xfrm>
          <a:prstGeom prst="rect">
            <a:avLst/>
          </a:prstGeom>
        </p:spPr>
      </p:pic>
    </p:spTree>
    <p:extLst>
      <p:ext uri="{BB962C8B-B14F-4D97-AF65-F5344CB8AC3E}">
        <p14:creationId xmlns:p14="http://schemas.microsoft.com/office/powerpoint/2010/main" val="16484532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13" name="Title 12">
            <a:extLst>
              <a:ext uri="{FF2B5EF4-FFF2-40B4-BE49-F238E27FC236}">
                <a16:creationId xmlns:a16="http://schemas.microsoft.com/office/drawing/2014/main" id="{AE5F1038-4547-48D2-8D30-FA2599A1C14C}"/>
              </a:ext>
            </a:extLst>
          </p:cNvPr>
          <p:cNvSpPr>
            <a:spLocks noGrp="1"/>
          </p:cNvSpPr>
          <p:nvPr>
            <p:ph type="title"/>
          </p:nvPr>
        </p:nvSpPr>
        <p:spPr>
          <a:xfrm>
            <a:off x="838200" y="0"/>
            <a:ext cx="10515600" cy="681037"/>
          </a:xfrm>
        </p:spPr>
        <p:txBody>
          <a:bodyPr>
            <a:normAutofit fontScale="90000"/>
          </a:bodyPr>
          <a:lstStyle/>
          <a:p>
            <a:r>
              <a:rPr lang="en-GB" dirty="0">
                <a:solidFill>
                  <a:srgbClr val="FFFFFF"/>
                </a:solidFill>
              </a:rPr>
              <a:t>                   Mall And Budget Range Selection</a:t>
            </a:r>
            <a:endParaRPr lang="en-IN" dirty="0">
              <a:solidFill>
                <a:srgbClr val="FFFFFF"/>
              </a:solidFill>
            </a:endParaRPr>
          </a:p>
        </p:txBody>
      </p:sp>
      <p:sp>
        <p:nvSpPr>
          <p:cNvPr id="14" name="Content Placeholder 13">
            <a:extLst>
              <a:ext uri="{FF2B5EF4-FFF2-40B4-BE49-F238E27FC236}">
                <a16:creationId xmlns:a16="http://schemas.microsoft.com/office/drawing/2014/main" id="{41C58B85-9D08-45B6-9028-A2E7FA735288}"/>
              </a:ext>
            </a:extLst>
          </p:cNvPr>
          <p:cNvSpPr>
            <a:spLocks noGrp="1"/>
          </p:cNvSpPr>
          <p:nvPr>
            <p:ph sz="half" idx="1"/>
          </p:nvPr>
        </p:nvSpPr>
        <p:spPr/>
        <p:txBody>
          <a:bodyPr/>
          <a:lstStyle/>
          <a:p>
            <a:endParaRPr lang="en-IN"/>
          </a:p>
        </p:txBody>
      </p:sp>
      <p:sp>
        <p:nvSpPr>
          <p:cNvPr id="15" name="Content Placeholder 14">
            <a:extLst>
              <a:ext uri="{FF2B5EF4-FFF2-40B4-BE49-F238E27FC236}">
                <a16:creationId xmlns:a16="http://schemas.microsoft.com/office/drawing/2014/main" id="{2859140D-27C7-4695-90A2-3225287110AF}"/>
              </a:ext>
            </a:extLst>
          </p:cNvPr>
          <p:cNvSpPr>
            <a:spLocks noGrp="1"/>
          </p:cNvSpPr>
          <p:nvPr>
            <p:ph sz="half" idx="2"/>
          </p:nvPr>
        </p:nvSpPr>
        <p:spPr/>
        <p:txBody>
          <a:bodyPr/>
          <a:lstStyle/>
          <a:p>
            <a:endParaRPr lang="en-IN"/>
          </a:p>
        </p:txBody>
      </p:sp>
      <p:sp>
        <p:nvSpPr>
          <p:cNvPr id="4" name="Date Placeholder 3">
            <a:extLst>
              <a:ext uri="{FF2B5EF4-FFF2-40B4-BE49-F238E27FC236}">
                <a16:creationId xmlns:a16="http://schemas.microsoft.com/office/drawing/2014/main" id="{94B851A9-DA3D-4111-ABA5-2DA3A851E3EA}"/>
              </a:ext>
            </a:extLst>
          </p:cNvPr>
          <p:cNvSpPr>
            <a:spLocks noGrp="1"/>
          </p:cNvSpPr>
          <p:nvPr>
            <p:ph type="dt" sz="half" idx="10"/>
          </p:nvPr>
        </p:nvSpPr>
        <p:spPr/>
        <p:txBody>
          <a:bodyPr/>
          <a:lstStyle/>
          <a:p>
            <a:r>
              <a:rPr lang="en-US" dirty="0">
                <a:solidFill>
                  <a:srgbClr val="FDF6EC"/>
                </a:solidFill>
              </a:rPr>
              <a:t>10-03-2026</a:t>
            </a:r>
          </a:p>
        </p:txBody>
      </p:sp>
      <p:sp>
        <p:nvSpPr>
          <p:cNvPr id="5" name="Footer Placeholder 4">
            <a:extLst>
              <a:ext uri="{FF2B5EF4-FFF2-40B4-BE49-F238E27FC236}">
                <a16:creationId xmlns:a16="http://schemas.microsoft.com/office/drawing/2014/main" id="{3506B313-7951-4284-BF92-214EE9F53483}"/>
              </a:ext>
            </a:extLst>
          </p:cNvPr>
          <p:cNvSpPr>
            <a:spLocks noGrp="1"/>
          </p:cNvSpPr>
          <p:nvPr>
            <p:ph type="ftr" sz="quarter" idx="11"/>
          </p:nvPr>
        </p:nvSpPr>
        <p:spPr/>
        <p:txBody>
          <a:bodyPr/>
          <a:lstStyle/>
          <a:p>
            <a:r>
              <a:rPr lang="en-US" dirty="0">
                <a:solidFill>
                  <a:srgbClr val="FDF6EC"/>
                </a:solidFill>
              </a:rPr>
              <a:t>2520090001       Department of CSIT</a:t>
            </a:r>
          </a:p>
        </p:txBody>
      </p:sp>
      <p:sp>
        <p:nvSpPr>
          <p:cNvPr id="6" name="Slide Number Placeholder 5">
            <a:extLst>
              <a:ext uri="{FF2B5EF4-FFF2-40B4-BE49-F238E27FC236}">
                <a16:creationId xmlns:a16="http://schemas.microsoft.com/office/drawing/2014/main" id="{887109E3-BA25-4D12-9077-C14106622218}"/>
              </a:ext>
            </a:extLst>
          </p:cNvPr>
          <p:cNvSpPr>
            <a:spLocks noGrp="1"/>
          </p:cNvSpPr>
          <p:nvPr>
            <p:ph type="sldNum" sz="quarter" idx="12"/>
          </p:nvPr>
        </p:nvSpPr>
        <p:spPr/>
        <p:txBody>
          <a:bodyPr/>
          <a:lstStyle/>
          <a:p>
            <a:fld id="{D6396F81-1074-6B40-A92F-A06CCD3B4178}" type="slidenum">
              <a:rPr lang="en-US" smtClean="0">
                <a:solidFill>
                  <a:srgbClr val="FDF6EC"/>
                </a:solidFill>
              </a:rPr>
              <a:t>20</a:t>
            </a:fld>
            <a:endParaRPr lang="en-US">
              <a:solidFill>
                <a:srgbClr val="FDF6EC"/>
              </a:solidFill>
            </a:endParaRPr>
          </a:p>
        </p:txBody>
      </p:sp>
      <p:pic>
        <p:nvPicPr>
          <p:cNvPr id="10" name="Picture 9">
            <a:extLst>
              <a:ext uri="{FF2B5EF4-FFF2-40B4-BE49-F238E27FC236}">
                <a16:creationId xmlns:a16="http://schemas.microsoft.com/office/drawing/2014/main" id="{735802D7-775F-4D5F-B0D8-FFB52681CA5F}"/>
              </a:ext>
            </a:extLst>
          </p:cNvPr>
          <p:cNvPicPr>
            <a:picLocks noChangeAspect="1"/>
          </p:cNvPicPr>
          <p:nvPr/>
        </p:nvPicPr>
        <p:blipFill>
          <a:blip r:embed="rId2"/>
          <a:stretch>
            <a:fillRect/>
          </a:stretch>
        </p:blipFill>
        <p:spPr>
          <a:xfrm>
            <a:off x="203740" y="1251284"/>
            <a:ext cx="5610721" cy="5105066"/>
          </a:xfrm>
          <a:prstGeom prst="rect">
            <a:avLst/>
          </a:prstGeom>
        </p:spPr>
      </p:pic>
      <p:pic>
        <p:nvPicPr>
          <p:cNvPr id="12" name="Picture 11">
            <a:extLst>
              <a:ext uri="{FF2B5EF4-FFF2-40B4-BE49-F238E27FC236}">
                <a16:creationId xmlns:a16="http://schemas.microsoft.com/office/drawing/2014/main" id="{3506803E-229E-4C71-9879-AC252326F58D}"/>
              </a:ext>
            </a:extLst>
          </p:cNvPr>
          <p:cNvPicPr>
            <a:picLocks noChangeAspect="1"/>
          </p:cNvPicPr>
          <p:nvPr/>
        </p:nvPicPr>
        <p:blipFill>
          <a:blip r:embed="rId3"/>
          <a:stretch>
            <a:fillRect/>
          </a:stretch>
        </p:blipFill>
        <p:spPr>
          <a:xfrm>
            <a:off x="6019800" y="1251284"/>
            <a:ext cx="5854157" cy="5105066"/>
          </a:xfrm>
          <a:prstGeom prst="rect">
            <a:avLst/>
          </a:prstGeom>
        </p:spPr>
      </p:pic>
      <p:pic>
        <p:nvPicPr>
          <p:cNvPr id="19" name="Picture 18" descr="A picture containing shape  Description automatically generated">
            <a:extLst>
              <a:ext uri="{FF2B5EF4-FFF2-40B4-BE49-F238E27FC236}">
                <a16:creationId xmlns:a16="http://schemas.microsoft.com/office/drawing/2014/main" id="{E8767A54-5FA7-47C7-870F-70956500AA19}"/>
              </a:ext>
            </a:extLst>
          </p:cNvPr>
          <p:cNvPicPr>
            <a:picLocks noChangeAspect="1"/>
          </p:cNvPicPr>
          <p:nvPr/>
        </p:nvPicPr>
        <p:blipFill>
          <a:blip r:embed="rId4"/>
          <a:stretch>
            <a:fillRect/>
          </a:stretch>
        </p:blipFill>
        <p:spPr>
          <a:xfrm>
            <a:off x="30000" y="20001"/>
            <a:ext cx="1725712" cy="979538"/>
          </a:xfrm>
          <a:prstGeom prst="rect">
            <a:avLst/>
          </a:prstGeom>
        </p:spPr>
      </p:pic>
    </p:spTree>
    <p:extLst>
      <p:ext uri="{BB962C8B-B14F-4D97-AF65-F5344CB8AC3E}">
        <p14:creationId xmlns:p14="http://schemas.microsoft.com/office/powerpoint/2010/main" val="30517810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2" name="Title 1">
            <a:extLst>
              <a:ext uri="{FF2B5EF4-FFF2-40B4-BE49-F238E27FC236}">
                <a16:creationId xmlns:a16="http://schemas.microsoft.com/office/drawing/2014/main" id="{AEB7F9AA-20E6-4932-9010-CA66042C9BE8}"/>
              </a:ext>
            </a:extLst>
          </p:cNvPr>
          <p:cNvSpPr>
            <a:spLocks noGrp="1"/>
          </p:cNvSpPr>
          <p:nvPr>
            <p:ph type="title"/>
          </p:nvPr>
        </p:nvSpPr>
        <p:spPr>
          <a:xfrm>
            <a:off x="838200" y="0"/>
            <a:ext cx="10515600" cy="583476"/>
          </a:xfrm>
        </p:spPr>
        <p:txBody>
          <a:bodyPr>
            <a:normAutofit fontScale="90000"/>
          </a:bodyPr>
          <a:lstStyle/>
          <a:p>
            <a:r>
              <a:rPr lang="en-GB" dirty="0">
                <a:solidFill>
                  <a:srgbClr val="FFFFFF"/>
                </a:solidFill>
              </a:rPr>
              <a:t>                                  Type Of Saree</a:t>
            </a:r>
            <a:endParaRPr lang="en-IN" dirty="0">
              <a:solidFill>
                <a:srgbClr val="FFFFFF"/>
              </a:solidFill>
            </a:endParaRPr>
          </a:p>
        </p:txBody>
      </p:sp>
      <p:sp>
        <p:nvSpPr>
          <p:cNvPr id="4" name="Date Placeholder 3">
            <a:extLst>
              <a:ext uri="{FF2B5EF4-FFF2-40B4-BE49-F238E27FC236}">
                <a16:creationId xmlns:a16="http://schemas.microsoft.com/office/drawing/2014/main" id="{AB557815-AFFA-461B-BACF-A6E5CA39F1B9}"/>
              </a:ext>
            </a:extLst>
          </p:cNvPr>
          <p:cNvSpPr>
            <a:spLocks noGrp="1"/>
          </p:cNvSpPr>
          <p:nvPr>
            <p:ph type="dt" sz="half" idx="10"/>
          </p:nvPr>
        </p:nvSpPr>
        <p:spPr/>
        <p:txBody>
          <a:bodyPr/>
          <a:lstStyle/>
          <a:p>
            <a:r>
              <a:rPr lang="en-US" dirty="0">
                <a:solidFill>
                  <a:srgbClr val="FDF6EC"/>
                </a:solidFill>
              </a:rPr>
              <a:t>10-03-2026</a:t>
            </a:r>
          </a:p>
        </p:txBody>
      </p:sp>
      <p:sp>
        <p:nvSpPr>
          <p:cNvPr id="5" name="Footer Placeholder 4">
            <a:extLst>
              <a:ext uri="{FF2B5EF4-FFF2-40B4-BE49-F238E27FC236}">
                <a16:creationId xmlns:a16="http://schemas.microsoft.com/office/drawing/2014/main" id="{5C5A9E13-7391-4336-B85B-84412A39C427}"/>
              </a:ext>
            </a:extLst>
          </p:cNvPr>
          <p:cNvSpPr>
            <a:spLocks noGrp="1"/>
          </p:cNvSpPr>
          <p:nvPr>
            <p:ph type="ftr" sz="quarter" idx="11"/>
          </p:nvPr>
        </p:nvSpPr>
        <p:spPr/>
        <p:txBody>
          <a:bodyPr/>
          <a:lstStyle/>
          <a:p>
            <a:r>
              <a:rPr lang="en-US" dirty="0">
                <a:solidFill>
                  <a:srgbClr val="FDF6EC"/>
                </a:solidFill>
              </a:rPr>
              <a:t>2520090001        Department of CSIT</a:t>
            </a:r>
          </a:p>
        </p:txBody>
      </p:sp>
      <p:sp>
        <p:nvSpPr>
          <p:cNvPr id="6" name="Slide Number Placeholder 5">
            <a:extLst>
              <a:ext uri="{FF2B5EF4-FFF2-40B4-BE49-F238E27FC236}">
                <a16:creationId xmlns:a16="http://schemas.microsoft.com/office/drawing/2014/main" id="{9848B394-E55F-4E1F-88E7-6F8BB9862502}"/>
              </a:ext>
            </a:extLst>
          </p:cNvPr>
          <p:cNvSpPr>
            <a:spLocks noGrp="1"/>
          </p:cNvSpPr>
          <p:nvPr>
            <p:ph type="sldNum" sz="quarter" idx="12"/>
          </p:nvPr>
        </p:nvSpPr>
        <p:spPr/>
        <p:txBody>
          <a:bodyPr/>
          <a:lstStyle/>
          <a:p>
            <a:fld id="{D6396F81-1074-6B40-A92F-A06CCD3B4178}" type="slidenum">
              <a:rPr lang="en-US" smtClean="0">
                <a:solidFill>
                  <a:srgbClr val="FDF6EC"/>
                </a:solidFill>
              </a:rPr>
              <a:t>21</a:t>
            </a:fld>
            <a:endParaRPr lang="en-US">
              <a:solidFill>
                <a:srgbClr val="FDF6EC"/>
              </a:solidFill>
            </a:endParaRPr>
          </a:p>
        </p:txBody>
      </p:sp>
      <p:pic>
        <p:nvPicPr>
          <p:cNvPr id="10" name="Picture 9">
            <a:extLst>
              <a:ext uri="{FF2B5EF4-FFF2-40B4-BE49-F238E27FC236}">
                <a16:creationId xmlns:a16="http://schemas.microsoft.com/office/drawing/2014/main" id="{8CB58CEA-CFDF-48D3-AB56-CEC61FC6AC7A}"/>
              </a:ext>
            </a:extLst>
          </p:cNvPr>
          <p:cNvPicPr>
            <a:picLocks noChangeAspect="1"/>
          </p:cNvPicPr>
          <p:nvPr/>
        </p:nvPicPr>
        <p:blipFill>
          <a:blip r:embed="rId2"/>
          <a:stretch>
            <a:fillRect/>
          </a:stretch>
        </p:blipFill>
        <p:spPr>
          <a:xfrm>
            <a:off x="290763" y="1617044"/>
            <a:ext cx="5648826" cy="4739306"/>
          </a:xfrm>
          <a:prstGeom prst="rect">
            <a:avLst/>
          </a:prstGeom>
        </p:spPr>
      </p:pic>
      <p:pic>
        <p:nvPicPr>
          <p:cNvPr id="14" name="Picture 13">
            <a:extLst>
              <a:ext uri="{FF2B5EF4-FFF2-40B4-BE49-F238E27FC236}">
                <a16:creationId xmlns:a16="http://schemas.microsoft.com/office/drawing/2014/main" id="{C7B1577F-6B5B-4F38-96BD-1AC29FCFFFB0}"/>
              </a:ext>
            </a:extLst>
          </p:cNvPr>
          <p:cNvPicPr>
            <a:picLocks noChangeAspect="1"/>
          </p:cNvPicPr>
          <p:nvPr/>
        </p:nvPicPr>
        <p:blipFill>
          <a:blip r:embed="rId3"/>
          <a:stretch>
            <a:fillRect/>
          </a:stretch>
        </p:blipFill>
        <p:spPr>
          <a:xfrm>
            <a:off x="6420451" y="1617044"/>
            <a:ext cx="4556087" cy="4739306"/>
          </a:xfrm>
          <a:prstGeom prst="rect">
            <a:avLst/>
          </a:prstGeom>
        </p:spPr>
      </p:pic>
      <p:pic>
        <p:nvPicPr>
          <p:cNvPr id="17" name="Picture 16" descr="A picture containing shape  Description automatically generated">
            <a:extLst>
              <a:ext uri="{FF2B5EF4-FFF2-40B4-BE49-F238E27FC236}">
                <a16:creationId xmlns:a16="http://schemas.microsoft.com/office/drawing/2014/main" id="{50DA565C-99F3-4191-9A11-450B86169DA9}"/>
              </a:ext>
            </a:extLst>
          </p:cNvPr>
          <p:cNvPicPr>
            <a:picLocks noChangeAspect="1"/>
          </p:cNvPicPr>
          <p:nvPr/>
        </p:nvPicPr>
        <p:blipFill>
          <a:blip r:embed="rId4"/>
          <a:stretch>
            <a:fillRect/>
          </a:stretch>
        </p:blipFill>
        <p:spPr>
          <a:xfrm>
            <a:off x="30000" y="20001"/>
            <a:ext cx="1725712" cy="979538"/>
          </a:xfrm>
          <a:prstGeom prst="rect">
            <a:avLst/>
          </a:prstGeom>
        </p:spPr>
      </p:pic>
    </p:spTree>
    <p:extLst>
      <p:ext uri="{BB962C8B-B14F-4D97-AF65-F5344CB8AC3E}">
        <p14:creationId xmlns:p14="http://schemas.microsoft.com/office/powerpoint/2010/main" val="2967143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2" name="Title 1">
            <a:extLst>
              <a:ext uri="{FF2B5EF4-FFF2-40B4-BE49-F238E27FC236}">
                <a16:creationId xmlns:a16="http://schemas.microsoft.com/office/drawing/2014/main" id="{615D4DE8-BE8F-4C5E-9A4D-22DAD4D5DA0F}"/>
              </a:ext>
            </a:extLst>
          </p:cNvPr>
          <p:cNvSpPr>
            <a:spLocks noGrp="1"/>
          </p:cNvSpPr>
          <p:nvPr>
            <p:ph type="title"/>
          </p:nvPr>
        </p:nvSpPr>
        <p:spPr>
          <a:xfrm>
            <a:off x="1613794" y="240525"/>
            <a:ext cx="10578206" cy="517475"/>
          </a:xfrm>
        </p:spPr>
        <p:txBody>
          <a:bodyPr>
            <a:normAutofit fontScale="90000"/>
          </a:bodyPr>
          <a:lstStyle/>
          <a:p>
            <a:r>
              <a:rPr lang="en-GB" dirty="0">
                <a:solidFill>
                  <a:srgbClr val="FFFFFF"/>
                </a:solidFill>
              </a:rPr>
              <a:t> Option to add into Cart or Wishlist</a:t>
            </a:r>
            <a:endParaRPr lang="en-IN" dirty="0">
              <a:solidFill>
                <a:srgbClr val="FFFFFF"/>
              </a:solidFill>
            </a:endParaRPr>
          </a:p>
        </p:txBody>
      </p:sp>
      <p:sp>
        <p:nvSpPr>
          <p:cNvPr id="12" name="Content Placeholder 11">
            <a:extLst>
              <a:ext uri="{FF2B5EF4-FFF2-40B4-BE49-F238E27FC236}">
                <a16:creationId xmlns:a16="http://schemas.microsoft.com/office/drawing/2014/main" id="{06053A7B-BC10-47FC-BC0C-0C42F249500D}"/>
              </a:ext>
            </a:extLst>
          </p:cNvPr>
          <p:cNvSpPr>
            <a:spLocks noGrp="1"/>
          </p:cNvSpPr>
          <p:nvPr>
            <p:ph sz="half" idx="1"/>
          </p:nvPr>
        </p:nvSpPr>
        <p:spPr/>
        <p:txBody>
          <a:bodyPr/>
          <a:lstStyle/>
          <a:p>
            <a:endParaRPr lang="en-IN"/>
          </a:p>
        </p:txBody>
      </p:sp>
      <p:sp>
        <p:nvSpPr>
          <p:cNvPr id="13" name="Content Placeholder 12">
            <a:extLst>
              <a:ext uri="{FF2B5EF4-FFF2-40B4-BE49-F238E27FC236}">
                <a16:creationId xmlns:a16="http://schemas.microsoft.com/office/drawing/2014/main" id="{7531D5B1-7CD1-4DE3-A961-07CCD5C76918}"/>
              </a:ext>
            </a:extLst>
          </p:cNvPr>
          <p:cNvSpPr>
            <a:spLocks noGrp="1"/>
          </p:cNvSpPr>
          <p:nvPr>
            <p:ph sz="half" idx="2"/>
          </p:nvPr>
        </p:nvSpPr>
        <p:spPr/>
        <p:txBody>
          <a:bodyPr/>
          <a:lstStyle/>
          <a:p>
            <a:endParaRPr lang="en-IN"/>
          </a:p>
        </p:txBody>
      </p:sp>
      <p:sp>
        <p:nvSpPr>
          <p:cNvPr id="4" name="Date Placeholder 3">
            <a:extLst>
              <a:ext uri="{FF2B5EF4-FFF2-40B4-BE49-F238E27FC236}">
                <a16:creationId xmlns:a16="http://schemas.microsoft.com/office/drawing/2014/main" id="{EB4D1C7E-3C35-4FAD-A840-D3C27AE25B0F}"/>
              </a:ext>
            </a:extLst>
          </p:cNvPr>
          <p:cNvSpPr>
            <a:spLocks noGrp="1"/>
          </p:cNvSpPr>
          <p:nvPr>
            <p:ph type="dt" sz="half" idx="10"/>
          </p:nvPr>
        </p:nvSpPr>
        <p:spPr/>
        <p:txBody>
          <a:bodyPr/>
          <a:lstStyle/>
          <a:p>
            <a:r>
              <a:rPr lang="en-US" dirty="0">
                <a:solidFill>
                  <a:srgbClr val="FDF6EC"/>
                </a:solidFill>
              </a:rPr>
              <a:t>10-03-2026</a:t>
            </a:r>
          </a:p>
        </p:txBody>
      </p:sp>
      <p:sp>
        <p:nvSpPr>
          <p:cNvPr id="5" name="Footer Placeholder 4">
            <a:extLst>
              <a:ext uri="{FF2B5EF4-FFF2-40B4-BE49-F238E27FC236}">
                <a16:creationId xmlns:a16="http://schemas.microsoft.com/office/drawing/2014/main" id="{C334D4A2-28E1-44A2-8912-EB5FAC6E7F81}"/>
              </a:ext>
            </a:extLst>
          </p:cNvPr>
          <p:cNvSpPr>
            <a:spLocks noGrp="1"/>
          </p:cNvSpPr>
          <p:nvPr>
            <p:ph type="ftr" sz="quarter" idx="11"/>
          </p:nvPr>
        </p:nvSpPr>
        <p:spPr/>
        <p:txBody>
          <a:bodyPr/>
          <a:lstStyle/>
          <a:p>
            <a:r>
              <a:rPr lang="en-US" dirty="0">
                <a:solidFill>
                  <a:srgbClr val="FDF6EC"/>
                </a:solidFill>
              </a:rPr>
              <a:t>2520090001      Department of CSIT</a:t>
            </a:r>
          </a:p>
        </p:txBody>
      </p:sp>
      <p:sp>
        <p:nvSpPr>
          <p:cNvPr id="6" name="Slide Number Placeholder 5">
            <a:extLst>
              <a:ext uri="{FF2B5EF4-FFF2-40B4-BE49-F238E27FC236}">
                <a16:creationId xmlns:a16="http://schemas.microsoft.com/office/drawing/2014/main" id="{8E90730F-140D-4A26-B64B-9E90E0E5E981}"/>
              </a:ext>
            </a:extLst>
          </p:cNvPr>
          <p:cNvSpPr>
            <a:spLocks noGrp="1"/>
          </p:cNvSpPr>
          <p:nvPr>
            <p:ph type="sldNum" sz="quarter" idx="12"/>
          </p:nvPr>
        </p:nvSpPr>
        <p:spPr/>
        <p:txBody>
          <a:bodyPr/>
          <a:lstStyle/>
          <a:p>
            <a:fld id="{D6396F81-1074-6B40-A92F-A06CCD3B4178}" type="slidenum">
              <a:rPr lang="en-US" smtClean="0">
                <a:solidFill>
                  <a:srgbClr val="FDF6EC"/>
                </a:solidFill>
              </a:rPr>
              <a:t>22</a:t>
            </a:fld>
            <a:endParaRPr lang="en-US">
              <a:solidFill>
                <a:srgbClr val="FDF6EC"/>
              </a:solidFill>
            </a:endParaRPr>
          </a:p>
        </p:txBody>
      </p:sp>
      <p:pic>
        <p:nvPicPr>
          <p:cNvPr id="9" name="Picture 8">
            <a:extLst>
              <a:ext uri="{FF2B5EF4-FFF2-40B4-BE49-F238E27FC236}">
                <a16:creationId xmlns:a16="http://schemas.microsoft.com/office/drawing/2014/main" id="{D786161F-38DA-4926-8C73-354B4196FFD2}"/>
              </a:ext>
            </a:extLst>
          </p:cNvPr>
          <p:cNvPicPr>
            <a:picLocks noChangeAspect="1"/>
          </p:cNvPicPr>
          <p:nvPr/>
        </p:nvPicPr>
        <p:blipFill>
          <a:blip r:embed="rId2"/>
          <a:stretch>
            <a:fillRect/>
          </a:stretch>
        </p:blipFill>
        <p:spPr>
          <a:xfrm>
            <a:off x="529390" y="1457354"/>
            <a:ext cx="5438274" cy="4898996"/>
          </a:xfrm>
          <a:prstGeom prst="rect">
            <a:avLst/>
          </a:prstGeom>
        </p:spPr>
      </p:pic>
      <p:pic>
        <p:nvPicPr>
          <p:cNvPr id="11" name="Picture 10">
            <a:extLst>
              <a:ext uri="{FF2B5EF4-FFF2-40B4-BE49-F238E27FC236}">
                <a16:creationId xmlns:a16="http://schemas.microsoft.com/office/drawing/2014/main" id="{4CE30C5C-83CF-40DF-97E6-59CF25C13E47}"/>
              </a:ext>
            </a:extLst>
          </p:cNvPr>
          <p:cNvPicPr>
            <a:picLocks noChangeAspect="1"/>
          </p:cNvPicPr>
          <p:nvPr/>
        </p:nvPicPr>
        <p:blipFill>
          <a:blip r:embed="rId3"/>
          <a:stretch>
            <a:fillRect/>
          </a:stretch>
        </p:blipFill>
        <p:spPr>
          <a:xfrm>
            <a:off x="6224338" y="1188621"/>
            <a:ext cx="5037745" cy="5167729"/>
          </a:xfrm>
          <a:prstGeom prst="rect">
            <a:avLst/>
          </a:prstGeom>
        </p:spPr>
      </p:pic>
      <p:pic>
        <p:nvPicPr>
          <p:cNvPr id="19" name="Picture 18" descr="A picture containing shape  Description automatically generated">
            <a:extLst>
              <a:ext uri="{FF2B5EF4-FFF2-40B4-BE49-F238E27FC236}">
                <a16:creationId xmlns:a16="http://schemas.microsoft.com/office/drawing/2014/main" id="{0973492C-0C03-48AC-88C1-E23E9AD08520}"/>
              </a:ext>
            </a:extLst>
          </p:cNvPr>
          <p:cNvPicPr>
            <a:picLocks noChangeAspect="1"/>
          </p:cNvPicPr>
          <p:nvPr/>
        </p:nvPicPr>
        <p:blipFill>
          <a:blip r:embed="rId4"/>
          <a:stretch>
            <a:fillRect/>
          </a:stretch>
        </p:blipFill>
        <p:spPr>
          <a:xfrm>
            <a:off x="30279" y="15420"/>
            <a:ext cx="1725712" cy="979538"/>
          </a:xfrm>
          <a:prstGeom prst="rect">
            <a:avLst/>
          </a:prstGeom>
        </p:spPr>
      </p:pic>
    </p:spTree>
    <p:extLst>
      <p:ext uri="{BB962C8B-B14F-4D97-AF65-F5344CB8AC3E}">
        <p14:creationId xmlns:p14="http://schemas.microsoft.com/office/powerpoint/2010/main" val="5041158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11" name="Title 10">
            <a:extLst>
              <a:ext uri="{FF2B5EF4-FFF2-40B4-BE49-F238E27FC236}">
                <a16:creationId xmlns:a16="http://schemas.microsoft.com/office/drawing/2014/main" id="{81D36AF9-EAFC-4C3F-9AEE-27EBB884647D}"/>
              </a:ext>
            </a:extLst>
          </p:cNvPr>
          <p:cNvSpPr>
            <a:spLocks noGrp="1"/>
          </p:cNvSpPr>
          <p:nvPr>
            <p:ph type="title"/>
          </p:nvPr>
        </p:nvSpPr>
        <p:spPr>
          <a:xfrm>
            <a:off x="838200" y="0"/>
            <a:ext cx="10515600" cy="734000"/>
          </a:xfrm>
        </p:spPr>
        <p:txBody>
          <a:bodyPr>
            <a:normAutofit/>
          </a:bodyPr>
          <a:lstStyle/>
          <a:p>
            <a:r>
              <a:rPr lang="en-GB" dirty="0">
                <a:solidFill>
                  <a:srgbClr val="FFFFFF"/>
                </a:solidFill>
              </a:rPr>
              <a:t>          Display of Bill and Recently Viewed item</a:t>
            </a:r>
            <a:endParaRPr lang="en-IN" dirty="0">
              <a:solidFill>
                <a:srgbClr val="FFFFFF"/>
              </a:solidFill>
            </a:endParaRPr>
          </a:p>
        </p:txBody>
      </p:sp>
      <p:sp>
        <p:nvSpPr>
          <p:cNvPr id="4" name="Date Placeholder 3">
            <a:extLst>
              <a:ext uri="{FF2B5EF4-FFF2-40B4-BE49-F238E27FC236}">
                <a16:creationId xmlns:a16="http://schemas.microsoft.com/office/drawing/2014/main" id="{A168FD8C-4C62-4FC2-B066-8B9940FA5D10}"/>
              </a:ext>
            </a:extLst>
          </p:cNvPr>
          <p:cNvSpPr>
            <a:spLocks noGrp="1"/>
          </p:cNvSpPr>
          <p:nvPr>
            <p:ph type="dt" sz="half" idx="10"/>
          </p:nvPr>
        </p:nvSpPr>
        <p:spPr/>
        <p:txBody>
          <a:bodyPr/>
          <a:lstStyle/>
          <a:p>
            <a:r>
              <a:rPr lang="en-US" dirty="0">
                <a:solidFill>
                  <a:srgbClr val="FDF6EC"/>
                </a:solidFill>
              </a:rPr>
              <a:t>10-03-2026</a:t>
            </a:r>
          </a:p>
        </p:txBody>
      </p:sp>
      <p:sp>
        <p:nvSpPr>
          <p:cNvPr id="5" name="Footer Placeholder 4">
            <a:extLst>
              <a:ext uri="{FF2B5EF4-FFF2-40B4-BE49-F238E27FC236}">
                <a16:creationId xmlns:a16="http://schemas.microsoft.com/office/drawing/2014/main" id="{5FC359A1-6604-4D29-BBBE-42EB584F3766}"/>
              </a:ext>
            </a:extLst>
          </p:cNvPr>
          <p:cNvSpPr>
            <a:spLocks noGrp="1"/>
          </p:cNvSpPr>
          <p:nvPr>
            <p:ph type="ftr" sz="quarter" idx="11"/>
          </p:nvPr>
        </p:nvSpPr>
        <p:spPr/>
        <p:txBody>
          <a:bodyPr/>
          <a:lstStyle/>
          <a:p>
            <a:r>
              <a:rPr lang="en-US" dirty="0">
                <a:solidFill>
                  <a:srgbClr val="FDF6EC"/>
                </a:solidFill>
              </a:rPr>
              <a:t>2520090001         Department of CSIT</a:t>
            </a:r>
          </a:p>
        </p:txBody>
      </p:sp>
      <p:sp>
        <p:nvSpPr>
          <p:cNvPr id="6" name="Slide Number Placeholder 5">
            <a:extLst>
              <a:ext uri="{FF2B5EF4-FFF2-40B4-BE49-F238E27FC236}">
                <a16:creationId xmlns:a16="http://schemas.microsoft.com/office/drawing/2014/main" id="{D593627C-9C97-4A25-A8CF-5712FD93C6BA}"/>
              </a:ext>
            </a:extLst>
          </p:cNvPr>
          <p:cNvSpPr>
            <a:spLocks noGrp="1"/>
          </p:cNvSpPr>
          <p:nvPr>
            <p:ph type="sldNum" sz="quarter" idx="12"/>
          </p:nvPr>
        </p:nvSpPr>
        <p:spPr/>
        <p:txBody>
          <a:bodyPr/>
          <a:lstStyle/>
          <a:p>
            <a:fld id="{D6396F81-1074-6B40-A92F-A06CCD3B4178}" type="slidenum">
              <a:rPr lang="en-US" smtClean="0">
                <a:solidFill>
                  <a:srgbClr val="FDF6EC"/>
                </a:solidFill>
              </a:rPr>
              <a:t>23</a:t>
            </a:fld>
            <a:endParaRPr lang="en-US">
              <a:solidFill>
                <a:srgbClr val="FDF6EC"/>
              </a:solidFill>
            </a:endParaRPr>
          </a:p>
        </p:txBody>
      </p:sp>
      <p:pic>
        <p:nvPicPr>
          <p:cNvPr id="8" name="Picture 7">
            <a:extLst>
              <a:ext uri="{FF2B5EF4-FFF2-40B4-BE49-F238E27FC236}">
                <a16:creationId xmlns:a16="http://schemas.microsoft.com/office/drawing/2014/main" id="{772CE3DC-1C54-48BE-8284-32FE3C4B4F93}"/>
              </a:ext>
            </a:extLst>
          </p:cNvPr>
          <p:cNvPicPr>
            <a:picLocks noChangeAspect="1"/>
          </p:cNvPicPr>
          <p:nvPr/>
        </p:nvPicPr>
        <p:blipFill>
          <a:blip r:embed="rId2"/>
          <a:stretch>
            <a:fillRect/>
          </a:stretch>
        </p:blipFill>
        <p:spPr>
          <a:xfrm>
            <a:off x="163127" y="1324198"/>
            <a:ext cx="6093294" cy="5032152"/>
          </a:xfrm>
          <a:prstGeom prst="rect">
            <a:avLst/>
          </a:prstGeom>
        </p:spPr>
      </p:pic>
      <p:pic>
        <p:nvPicPr>
          <p:cNvPr id="10" name="Picture 9">
            <a:extLst>
              <a:ext uri="{FF2B5EF4-FFF2-40B4-BE49-F238E27FC236}">
                <a16:creationId xmlns:a16="http://schemas.microsoft.com/office/drawing/2014/main" id="{40BCBB31-8D87-4706-BD8C-49E261A20AAB}"/>
              </a:ext>
            </a:extLst>
          </p:cNvPr>
          <p:cNvPicPr>
            <a:picLocks noChangeAspect="1"/>
          </p:cNvPicPr>
          <p:nvPr/>
        </p:nvPicPr>
        <p:blipFill>
          <a:blip r:embed="rId3"/>
          <a:stretch>
            <a:fillRect/>
          </a:stretch>
        </p:blipFill>
        <p:spPr>
          <a:xfrm>
            <a:off x="6527400" y="1208370"/>
            <a:ext cx="4826400" cy="4898684"/>
          </a:xfrm>
          <a:prstGeom prst="rect">
            <a:avLst/>
          </a:prstGeom>
        </p:spPr>
      </p:pic>
      <p:pic>
        <p:nvPicPr>
          <p:cNvPr id="18" name="Picture 17" descr="A picture containing shape  Description automatically generated">
            <a:extLst>
              <a:ext uri="{FF2B5EF4-FFF2-40B4-BE49-F238E27FC236}">
                <a16:creationId xmlns:a16="http://schemas.microsoft.com/office/drawing/2014/main" id="{8F73983E-ACE8-48C0-A3BC-FC3F126679E6}"/>
              </a:ext>
            </a:extLst>
          </p:cNvPr>
          <p:cNvPicPr>
            <a:picLocks noChangeAspect="1"/>
          </p:cNvPicPr>
          <p:nvPr/>
        </p:nvPicPr>
        <p:blipFill>
          <a:blip r:embed="rId4"/>
          <a:stretch>
            <a:fillRect/>
          </a:stretch>
        </p:blipFill>
        <p:spPr>
          <a:xfrm>
            <a:off x="30000" y="20001"/>
            <a:ext cx="1725712" cy="979538"/>
          </a:xfrm>
          <a:prstGeom prst="rect">
            <a:avLst/>
          </a:prstGeom>
        </p:spPr>
      </p:pic>
    </p:spTree>
    <p:extLst>
      <p:ext uri="{BB962C8B-B14F-4D97-AF65-F5344CB8AC3E}">
        <p14:creationId xmlns:p14="http://schemas.microsoft.com/office/powerpoint/2010/main" val="27521796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2" name="Title 1">
            <a:extLst>
              <a:ext uri="{FF2B5EF4-FFF2-40B4-BE49-F238E27FC236}">
                <a16:creationId xmlns:a16="http://schemas.microsoft.com/office/drawing/2014/main" id="{4E0D4577-DCB8-4FCB-A692-9C9DBF266D65}"/>
              </a:ext>
            </a:extLst>
          </p:cNvPr>
          <p:cNvSpPr>
            <a:spLocks noGrp="1"/>
          </p:cNvSpPr>
          <p:nvPr>
            <p:ph type="title"/>
          </p:nvPr>
        </p:nvSpPr>
        <p:spPr>
          <a:xfrm>
            <a:off x="0" y="20002"/>
            <a:ext cx="12132000" cy="737998"/>
          </a:xfrm>
        </p:spPr>
        <p:txBody>
          <a:bodyPr>
            <a:normAutofit fontScale="90000"/>
          </a:bodyPr>
          <a:lstStyle/>
          <a:p>
            <a:r>
              <a:rPr lang="en-GB" dirty="0">
                <a:solidFill>
                  <a:srgbClr val="FFFFFF"/>
                </a:solidFill>
              </a:rPr>
              <a:t>       Some Sample Test Cases on Random raised  questions:</a:t>
            </a:r>
            <a:endParaRPr lang="en-IN" dirty="0">
              <a:solidFill>
                <a:srgbClr val="FFFFFF"/>
              </a:solidFill>
            </a:endParaRPr>
          </a:p>
        </p:txBody>
      </p:sp>
      <p:sp>
        <p:nvSpPr>
          <p:cNvPr id="3" name="Date Placeholder 2">
            <a:extLst>
              <a:ext uri="{FF2B5EF4-FFF2-40B4-BE49-F238E27FC236}">
                <a16:creationId xmlns:a16="http://schemas.microsoft.com/office/drawing/2014/main" id="{3E8DB875-C87F-483F-B265-87FF01E07B2F}"/>
              </a:ext>
            </a:extLst>
          </p:cNvPr>
          <p:cNvSpPr>
            <a:spLocks noGrp="1"/>
          </p:cNvSpPr>
          <p:nvPr>
            <p:ph type="dt" sz="half" idx="10"/>
          </p:nvPr>
        </p:nvSpPr>
        <p:spPr/>
        <p:txBody>
          <a:bodyPr/>
          <a:lstStyle/>
          <a:p>
            <a:r>
              <a:rPr lang="en-US" dirty="0">
                <a:solidFill>
                  <a:srgbClr val="FDF6EC"/>
                </a:solidFill>
              </a:rPr>
              <a:t>10-03-2026</a:t>
            </a:r>
          </a:p>
        </p:txBody>
      </p:sp>
      <p:sp>
        <p:nvSpPr>
          <p:cNvPr id="4" name="Footer Placeholder 3">
            <a:extLst>
              <a:ext uri="{FF2B5EF4-FFF2-40B4-BE49-F238E27FC236}">
                <a16:creationId xmlns:a16="http://schemas.microsoft.com/office/drawing/2014/main" id="{8DB07E9A-DE54-4479-B79D-80D200E84185}"/>
              </a:ext>
            </a:extLst>
          </p:cNvPr>
          <p:cNvSpPr>
            <a:spLocks noGrp="1"/>
          </p:cNvSpPr>
          <p:nvPr>
            <p:ph type="ftr" sz="quarter" idx="11"/>
          </p:nvPr>
        </p:nvSpPr>
        <p:spPr/>
        <p:txBody>
          <a:bodyPr/>
          <a:lstStyle/>
          <a:p>
            <a:r>
              <a:rPr lang="en-US" dirty="0">
                <a:solidFill>
                  <a:srgbClr val="FDF6EC"/>
                </a:solidFill>
              </a:rPr>
              <a:t>2520090001     Department of CSIT</a:t>
            </a:r>
          </a:p>
        </p:txBody>
      </p:sp>
      <p:sp>
        <p:nvSpPr>
          <p:cNvPr id="5" name="Slide Number Placeholder 4">
            <a:extLst>
              <a:ext uri="{FF2B5EF4-FFF2-40B4-BE49-F238E27FC236}">
                <a16:creationId xmlns:a16="http://schemas.microsoft.com/office/drawing/2014/main" id="{637DC91A-462A-41B6-8105-BD68D14B9EBC}"/>
              </a:ext>
            </a:extLst>
          </p:cNvPr>
          <p:cNvSpPr>
            <a:spLocks noGrp="1"/>
          </p:cNvSpPr>
          <p:nvPr>
            <p:ph type="sldNum" sz="quarter" idx="12"/>
          </p:nvPr>
        </p:nvSpPr>
        <p:spPr/>
        <p:txBody>
          <a:bodyPr/>
          <a:lstStyle/>
          <a:p>
            <a:fld id="{B961B71F-4B40-8942-BB88-E0F5C0B46E10}" type="slidenum">
              <a:rPr lang="en-US" smtClean="0">
                <a:solidFill>
                  <a:srgbClr val="FDF6EC"/>
                </a:solidFill>
              </a:rPr>
              <a:t>24</a:t>
            </a:fld>
            <a:endParaRPr lang="en-US">
              <a:solidFill>
                <a:srgbClr val="FDF6EC"/>
              </a:solidFill>
            </a:endParaRPr>
          </a:p>
        </p:txBody>
      </p:sp>
      <p:pic>
        <p:nvPicPr>
          <p:cNvPr id="7" name="Picture 6">
            <a:extLst>
              <a:ext uri="{FF2B5EF4-FFF2-40B4-BE49-F238E27FC236}">
                <a16:creationId xmlns:a16="http://schemas.microsoft.com/office/drawing/2014/main" id="{985A8A0C-C9FB-4E6B-AD6D-F081F8EB9770}"/>
              </a:ext>
            </a:extLst>
          </p:cNvPr>
          <p:cNvPicPr>
            <a:picLocks noChangeAspect="1"/>
          </p:cNvPicPr>
          <p:nvPr/>
        </p:nvPicPr>
        <p:blipFill>
          <a:blip r:embed="rId2"/>
          <a:stretch>
            <a:fillRect/>
          </a:stretch>
        </p:blipFill>
        <p:spPr>
          <a:xfrm>
            <a:off x="617442" y="2098308"/>
            <a:ext cx="5478558" cy="3596672"/>
          </a:xfrm>
          <a:prstGeom prst="rect">
            <a:avLst/>
          </a:prstGeom>
        </p:spPr>
      </p:pic>
      <p:pic>
        <p:nvPicPr>
          <p:cNvPr id="9" name="Picture 8">
            <a:extLst>
              <a:ext uri="{FF2B5EF4-FFF2-40B4-BE49-F238E27FC236}">
                <a16:creationId xmlns:a16="http://schemas.microsoft.com/office/drawing/2014/main" id="{2CAD70D2-0D5E-42B3-B2B7-BA3B9FB2FCE9}"/>
              </a:ext>
            </a:extLst>
          </p:cNvPr>
          <p:cNvPicPr>
            <a:picLocks noChangeAspect="1"/>
          </p:cNvPicPr>
          <p:nvPr/>
        </p:nvPicPr>
        <p:blipFill>
          <a:blip r:embed="rId3"/>
          <a:stretch>
            <a:fillRect/>
          </a:stretch>
        </p:blipFill>
        <p:spPr>
          <a:xfrm>
            <a:off x="6096000" y="2098308"/>
            <a:ext cx="5762324" cy="4020562"/>
          </a:xfrm>
          <a:prstGeom prst="rect">
            <a:avLst/>
          </a:prstGeom>
        </p:spPr>
      </p:pic>
      <p:pic>
        <p:nvPicPr>
          <p:cNvPr id="17" name="Picture 16" descr="A picture containing shape  Description automatically generated">
            <a:extLst>
              <a:ext uri="{FF2B5EF4-FFF2-40B4-BE49-F238E27FC236}">
                <a16:creationId xmlns:a16="http://schemas.microsoft.com/office/drawing/2014/main" id="{F9B3C50C-E3BA-488A-A45C-D70388103243}"/>
              </a:ext>
            </a:extLst>
          </p:cNvPr>
          <p:cNvPicPr>
            <a:picLocks noChangeAspect="1"/>
          </p:cNvPicPr>
          <p:nvPr/>
        </p:nvPicPr>
        <p:blipFill>
          <a:blip r:embed="rId4"/>
          <a:stretch>
            <a:fillRect/>
          </a:stretch>
        </p:blipFill>
        <p:spPr>
          <a:xfrm>
            <a:off x="30000" y="20001"/>
            <a:ext cx="973712" cy="979538"/>
          </a:xfrm>
          <a:prstGeom prst="rect">
            <a:avLst/>
          </a:prstGeom>
        </p:spPr>
      </p:pic>
    </p:spTree>
    <p:extLst>
      <p:ext uri="{BB962C8B-B14F-4D97-AF65-F5344CB8AC3E}">
        <p14:creationId xmlns:p14="http://schemas.microsoft.com/office/powerpoint/2010/main" val="37014313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2" name="Title 1">
            <a:extLst>
              <a:ext uri="{FF2B5EF4-FFF2-40B4-BE49-F238E27FC236}">
                <a16:creationId xmlns:a16="http://schemas.microsoft.com/office/drawing/2014/main" id="{56CCDFDF-DD46-461D-8A87-ECB064336299}"/>
              </a:ext>
            </a:extLst>
          </p:cNvPr>
          <p:cNvSpPr>
            <a:spLocks noGrp="1"/>
          </p:cNvSpPr>
          <p:nvPr>
            <p:ph type="title"/>
          </p:nvPr>
        </p:nvSpPr>
        <p:spPr>
          <a:xfrm>
            <a:off x="838200" y="106712"/>
            <a:ext cx="10515600" cy="584824"/>
          </a:xfrm>
        </p:spPr>
        <p:txBody>
          <a:bodyPr>
            <a:normAutofit fontScale="90000"/>
          </a:bodyPr>
          <a:lstStyle/>
          <a:p>
            <a:r>
              <a:rPr lang="en-GB" dirty="0">
                <a:solidFill>
                  <a:srgbClr val="FFFFFF"/>
                </a:solidFill>
              </a:rPr>
              <a:t>                     Admin Login and his Inventory</a:t>
            </a:r>
            <a:endParaRPr lang="en-IN" dirty="0">
              <a:solidFill>
                <a:srgbClr val="FFFFFF"/>
              </a:solidFill>
            </a:endParaRPr>
          </a:p>
        </p:txBody>
      </p:sp>
      <p:sp>
        <p:nvSpPr>
          <p:cNvPr id="3" name="Date Placeholder 2">
            <a:extLst>
              <a:ext uri="{FF2B5EF4-FFF2-40B4-BE49-F238E27FC236}">
                <a16:creationId xmlns:a16="http://schemas.microsoft.com/office/drawing/2014/main" id="{ADC0E6BE-F792-4802-819F-E3DC9FB7CD6C}"/>
              </a:ext>
            </a:extLst>
          </p:cNvPr>
          <p:cNvSpPr>
            <a:spLocks noGrp="1"/>
          </p:cNvSpPr>
          <p:nvPr>
            <p:ph type="dt" sz="half" idx="10"/>
          </p:nvPr>
        </p:nvSpPr>
        <p:spPr/>
        <p:txBody>
          <a:bodyPr/>
          <a:lstStyle/>
          <a:p>
            <a:r>
              <a:rPr lang="en-US" dirty="0">
                <a:solidFill>
                  <a:srgbClr val="FDF6EC"/>
                </a:solidFill>
              </a:rPr>
              <a:t>10-03-2026</a:t>
            </a:r>
          </a:p>
        </p:txBody>
      </p:sp>
      <p:sp>
        <p:nvSpPr>
          <p:cNvPr id="4" name="Footer Placeholder 3">
            <a:extLst>
              <a:ext uri="{FF2B5EF4-FFF2-40B4-BE49-F238E27FC236}">
                <a16:creationId xmlns:a16="http://schemas.microsoft.com/office/drawing/2014/main" id="{1F299184-F38F-42FF-B8FD-D65820216977}"/>
              </a:ext>
            </a:extLst>
          </p:cNvPr>
          <p:cNvSpPr>
            <a:spLocks noGrp="1"/>
          </p:cNvSpPr>
          <p:nvPr>
            <p:ph type="ftr" sz="quarter" idx="11"/>
          </p:nvPr>
        </p:nvSpPr>
        <p:spPr/>
        <p:txBody>
          <a:bodyPr/>
          <a:lstStyle/>
          <a:p>
            <a:r>
              <a:rPr lang="en-US" dirty="0">
                <a:solidFill>
                  <a:srgbClr val="FDF6EC"/>
                </a:solidFill>
              </a:rPr>
              <a:t>2520090001      Department of CSIT</a:t>
            </a:r>
          </a:p>
        </p:txBody>
      </p:sp>
      <p:sp>
        <p:nvSpPr>
          <p:cNvPr id="5" name="Slide Number Placeholder 4">
            <a:extLst>
              <a:ext uri="{FF2B5EF4-FFF2-40B4-BE49-F238E27FC236}">
                <a16:creationId xmlns:a16="http://schemas.microsoft.com/office/drawing/2014/main" id="{FF12675E-233F-41B2-8EBC-1DC0798FF890}"/>
              </a:ext>
            </a:extLst>
          </p:cNvPr>
          <p:cNvSpPr>
            <a:spLocks noGrp="1"/>
          </p:cNvSpPr>
          <p:nvPr>
            <p:ph type="sldNum" sz="quarter" idx="12"/>
          </p:nvPr>
        </p:nvSpPr>
        <p:spPr/>
        <p:txBody>
          <a:bodyPr/>
          <a:lstStyle/>
          <a:p>
            <a:fld id="{B961B71F-4B40-8942-BB88-E0F5C0B46E10}" type="slidenum">
              <a:rPr lang="en-US" smtClean="0">
                <a:solidFill>
                  <a:srgbClr val="FDF6EC"/>
                </a:solidFill>
              </a:rPr>
              <a:t>25</a:t>
            </a:fld>
            <a:endParaRPr lang="en-US">
              <a:solidFill>
                <a:srgbClr val="FDF6EC"/>
              </a:solidFill>
            </a:endParaRPr>
          </a:p>
        </p:txBody>
      </p:sp>
      <p:pic>
        <p:nvPicPr>
          <p:cNvPr id="7" name="Picture 6">
            <a:extLst>
              <a:ext uri="{FF2B5EF4-FFF2-40B4-BE49-F238E27FC236}">
                <a16:creationId xmlns:a16="http://schemas.microsoft.com/office/drawing/2014/main" id="{386A8497-82B1-413C-B53B-B273C937FF81}"/>
              </a:ext>
            </a:extLst>
          </p:cNvPr>
          <p:cNvPicPr>
            <a:picLocks noChangeAspect="1"/>
          </p:cNvPicPr>
          <p:nvPr/>
        </p:nvPicPr>
        <p:blipFill>
          <a:blip r:embed="rId2"/>
          <a:stretch>
            <a:fillRect/>
          </a:stretch>
        </p:blipFill>
        <p:spPr>
          <a:xfrm>
            <a:off x="635181" y="1318662"/>
            <a:ext cx="5322858" cy="4626703"/>
          </a:xfrm>
          <a:prstGeom prst="rect">
            <a:avLst/>
          </a:prstGeom>
        </p:spPr>
      </p:pic>
      <p:pic>
        <p:nvPicPr>
          <p:cNvPr id="9" name="Picture 8">
            <a:extLst>
              <a:ext uri="{FF2B5EF4-FFF2-40B4-BE49-F238E27FC236}">
                <a16:creationId xmlns:a16="http://schemas.microsoft.com/office/drawing/2014/main" id="{C800C6F2-1454-416F-9DF9-AB64FF7E5444}"/>
              </a:ext>
            </a:extLst>
          </p:cNvPr>
          <p:cNvPicPr>
            <a:picLocks noChangeAspect="1"/>
          </p:cNvPicPr>
          <p:nvPr/>
        </p:nvPicPr>
        <p:blipFill>
          <a:blip r:embed="rId3"/>
          <a:stretch>
            <a:fillRect/>
          </a:stretch>
        </p:blipFill>
        <p:spPr>
          <a:xfrm>
            <a:off x="6233963" y="1405288"/>
            <a:ext cx="5470358" cy="4761176"/>
          </a:xfrm>
          <a:prstGeom prst="rect">
            <a:avLst/>
          </a:prstGeom>
        </p:spPr>
      </p:pic>
      <p:pic>
        <p:nvPicPr>
          <p:cNvPr id="17" name="Picture 16" descr="A picture containing shape  Description automatically generated">
            <a:extLst>
              <a:ext uri="{FF2B5EF4-FFF2-40B4-BE49-F238E27FC236}">
                <a16:creationId xmlns:a16="http://schemas.microsoft.com/office/drawing/2014/main" id="{E20D9FD6-CEC7-47E2-85AD-79796E145FFA}"/>
              </a:ext>
            </a:extLst>
          </p:cNvPr>
          <p:cNvPicPr>
            <a:picLocks noChangeAspect="1"/>
          </p:cNvPicPr>
          <p:nvPr/>
        </p:nvPicPr>
        <p:blipFill>
          <a:blip r:embed="rId4"/>
          <a:stretch>
            <a:fillRect/>
          </a:stretch>
        </p:blipFill>
        <p:spPr>
          <a:xfrm>
            <a:off x="30000" y="20001"/>
            <a:ext cx="1725712" cy="979538"/>
          </a:xfrm>
          <a:prstGeom prst="rect">
            <a:avLst/>
          </a:prstGeom>
        </p:spPr>
      </p:pic>
    </p:spTree>
    <p:extLst>
      <p:ext uri="{BB962C8B-B14F-4D97-AF65-F5344CB8AC3E}">
        <p14:creationId xmlns:p14="http://schemas.microsoft.com/office/powerpoint/2010/main" val="31525825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2" name="Title 1">
            <a:extLst>
              <a:ext uri="{FF2B5EF4-FFF2-40B4-BE49-F238E27FC236}">
                <a16:creationId xmlns:a16="http://schemas.microsoft.com/office/drawing/2014/main" id="{4E85A835-1142-43BD-A13E-196A52E93A52}"/>
              </a:ext>
            </a:extLst>
          </p:cNvPr>
          <p:cNvSpPr>
            <a:spLocks noGrp="1"/>
          </p:cNvSpPr>
          <p:nvPr>
            <p:ph type="title"/>
          </p:nvPr>
        </p:nvSpPr>
        <p:spPr>
          <a:xfrm>
            <a:off x="838200" y="134717"/>
            <a:ext cx="10515600" cy="720000"/>
          </a:xfrm>
        </p:spPr>
        <p:txBody>
          <a:bodyPr>
            <a:normAutofit/>
          </a:bodyPr>
          <a:lstStyle/>
          <a:p>
            <a:r>
              <a:rPr lang="en-GB" dirty="0">
                <a:solidFill>
                  <a:srgbClr val="FFFFFF"/>
                </a:solidFill>
              </a:rPr>
              <a:t>             Addition of New Saree and Deletion</a:t>
            </a:r>
            <a:endParaRPr lang="en-IN" dirty="0">
              <a:solidFill>
                <a:srgbClr val="FFFFFF"/>
              </a:solidFill>
            </a:endParaRPr>
          </a:p>
        </p:txBody>
      </p:sp>
      <p:sp>
        <p:nvSpPr>
          <p:cNvPr id="3" name="Date Placeholder 2">
            <a:extLst>
              <a:ext uri="{FF2B5EF4-FFF2-40B4-BE49-F238E27FC236}">
                <a16:creationId xmlns:a16="http://schemas.microsoft.com/office/drawing/2014/main" id="{29B29B31-BDA9-4655-A348-2C519C812EA1}"/>
              </a:ext>
            </a:extLst>
          </p:cNvPr>
          <p:cNvSpPr>
            <a:spLocks noGrp="1"/>
          </p:cNvSpPr>
          <p:nvPr>
            <p:ph type="dt" sz="half" idx="10"/>
          </p:nvPr>
        </p:nvSpPr>
        <p:spPr/>
        <p:txBody>
          <a:bodyPr/>
          <a:lstStyle/>
          <a:p>
            <a:r>
              <a:rPr lang="en-US" dirty="0">
                <a:solidFill>
                  <a:srgbClr val="FDF6EC"/>
                </a:solidFill>
              </a:rPr>
              <a:t>10-03-2026</a:t>
            </a:r>
          </a:p>
        </p:txBody>
      </p:sp>
      <p:sp>
        <p:nvSpPr>
          <p:cNvPr id="4" name="Footer Placeholder 3">
            <a:extLst>
              <a:ext uri="{FF2B5EF4-FFF2-40B4-BE49-F238E27FC236}">
                <a16:creationId xmlns:a16="http://schemas.microsoft.com/office/drawing/2014/main" id="{6F32A07A-07E9-46EA-8EF4-0E20D1110A91}"/>
              </a:ext>
            </a:extLst>
          </p:cNvPr>
          <p:cNvSpPr>
            <a:spLocks noGrp="1"/>
          </p:cNvSpPr>
          <p:nvPr>
            <p:ph type="ftr" sz="quarter" idx="11"/>
          </p:nvPr>
        </p:nvSpPr>
        <p:spPr/>
        <p:txBody>
          <a:bodyPr/>
          <a:lstStyle/>
          <a:p>
            <a:r>
              <a:rPr lang="en-US" dirty="0">
                <a:solidFill>
                  <a:srgbClr val="FDF6EC"/>
                </a:solidFill>
              </a:rPr>
              <a:t>2520090001      Department of CSIT</a:t>
            </a:r>
          </a:p>
        </p:txBody>
      </p:sp>
      <p:sp>
        <p:nvSpPr>
          <p:cNvPr id="5" name="Slide Number Placeholder 4">
            <a:extLst>
              <a:ext uri="{FF2B5EF4-FFF2-40B4-BE49-F238E27FC236}">
                <a16:creationId xmlns:a16="http://schemas.microsoft.com/office/drawing/2014/main" id="{68F60C0E-5A7C-4FA5-AFA8-EF8FD25A2A7C}"/>
              </a:ext>
            </a:extLst>
          </p:cNvPr>
          <p:cNvSpPr>
            <a:spLocks noGrp="1"/>
          </p:cNvSpPr>
          <p:nvPr>
            <p:ph type="sldNum" sz="quarter" idx="12"/>
          </p:nvPr>
        </p:nvSpPr>
        <p:spPr/>
        <p:txBody>
          <a:bodyPr/>
          <a:lstStyle/>
          <a:p>
            <a:fld id="{B961B71F-4B40-8942-BB88-E0F5C0B46E10}" type="slidenum">
              <a:rPr lang="en-US" smtClean="0">
                <a:solidFill>
                  <a:srgbClr val="FDF6EC"/>
                </a:solidFill>
              </a:rPr>
              <a:t>26</a:t>
            </a:fld>
            <a:endParaRPr lang="en-US">
              <a:solidFill>
                <a:srgbClr val="FDF6EC"/>
              </a:solidFill>
            </a:endParaRPr>
          </a:p>
        </p:txBody>
      </p:sp>
      <p:pic>
        <p:nvPicPr>
          <p:cNvPr id="7" name="Picture 6">
            <a:extLst>
              <a:ext uri="{FF2B5EF4-FFF2-40B4-BE49-F238E27FC236}">
                <a16:creationId xmlns:a16="http://schemas.microsoft.com/office/drawing/2014/main" id="{E67A3098-592C-47D2-A55E-0306C26CD1C8}"/>
              </a:ext>
            </a:extLst>
          </p:cNvPr>
          <p:cNvPicPr>
            <a:picLocks noChangeAspect="1"/>
          </p:cNvPicPr>
          <p:nvPr/>
        </p:nvPicPr>
        <p:blipFill>
          <a:blip r:embed="rId2"/>
          <a:stretch>
            <a:fillRect/>
          </a:stretch>
        </p:blipFill>
        <p:spPr>
          <a:xfrm>
            <a:off x="611661" y="1838425"/>
            <a:ext cx="4643732" cy="4517925"/>
          </a:xfrm>
          <a:prstGeom prst="rect">
            <a:avLst/>
          </a:prstGeom>
        </p:spPr>
      </p:pic>
      <p:pic>
        <p:nvPicPr>
          <p:cNvPr id="11" name="Picture 10">
            <a:extLst>
              <a:ext uri="{FF2B5EF4-FFF2-40B4-BE49-F238E27FC236}">
                <a16:creationId xmlns:a16="http://schemas.microsoft.com/office/drawing/2014/main" id="{849F61DB-2F5C-496D-8205-F257337A8FF9}"/>
              </a:ext>
            </a:extLst>
          </p:cNvPr>
          <p:cNvPicPr>
            <a:picLocks noChangeAspect="1"/>
          </p:cNvPicPr>
          <p:nvPr/>
        </p:nvPicPr>
        <p:blipFill>
          <a:blip r:embed="rId3"/>
          <a:stretch>
            <a:fillRect/>
          </a:stretch>
        </p:blipFill>
        <p:spPr>
          <a:xfrm>
            <a:off x="5980497" y="2015744"/>
            <a:ext cx="6096000" cy="3827540"/>
          </a:xfrm>
          <a:prstGeom prst="rect">
            <a:avLst/>
          </a:prstGeom>
        </p:spPr>
      </p:pic>
      <p:pic>
        <p:nvPicPr>
          <p:cNvPr id="17" name="Picture 16" descr="A picture containing shape  Description automatically generated">
            <a:extLst>
              <a:ext uri="{FF2B5EF4-FFF2-40B4-BE49-F238E27FC236}">
                <a16:creationId xmlns:a16="http://schemas.microsoft.com/office/drawing/2014/main" id="{6B355175-0AFD-4A42-BA71-749F6D6A3DB6}"/>
              </a:ext>
            </a:extLst>
          </p:cNvPr>
          <p:cNvPicPr>
            <a:picLocks noChangeAspect="1"/>
          </p:cNvPicPr>
          <p:nvPr/>
        </p:nvPicPr>
        <p:blipFill>
          <a:blip r:embed="rId4"/>
          <a:stretch>
            <a:fillRect/>
          </a:stretch>
        </p:blipFill>
        <p:spPr>
          <a:xfrm>
            <a:off x="30000" y="20001"/>
            <a:ext cx="1725712" cy="979538"/>
          </a:xfrm>
          <a:prstGeom prst="rect">
            <a:avLst/>
          </a:prstGeom>
        </p:spPr>
      </p:pic>
    </p:spTree>
    <p:extLst>
      <p:ext uri="{BB962C8B-B14F-4D97-AF65-F5344CB8AC3E}">
        <p14:creationId xmlns:p14="http://schemas.microsoft.com/office/powerpoint/2010/main" val="1943463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2" name="Title 1">
            <a:extLst>
              <a:ext uri="{FF2B5EF4-FFF2-40B4-BE49-F238E27FC236}">
                <a16:creationId xmlns:a16="http://schemas.microsoft.com/office/drawing/2014/main" id="{D0206BCF-5042-4DD8-BAA7-234FC0777894}"/>
              </a:ext>
            </a:extLst>
          </p:cNvPr>
          <p:cNvSpPr>
            <a:spLocks noGrp="1"/>
          </p:cNvSpPr>
          <p:nvPr>
            <p:ph type="title"/>
          </p:nvPr>
        </p:nvSpPr>
        <p:spPr>
          <a:xfrm>
            <a:off x="838200" y="1"/>
            <a:ext cx="10515600" cy="893126"/>
          </a:xfrm>
        </p:spPr>
        <p:txBody>
          <a:bodyPr>
            <a:normAutofit/>
          </a:bodyPr>
          <a:lstStyle/>
          <a:p>
            <a:r>
              <a:rPr lang="en-GB" dirty="0">
                <a:solidFill>
                  <a:srgbClr val="FFFFFF"/>
                </a:solidFill>
              </a:rPr>
              <a:t>              Updating Price and Discount</a:t>
            </a:r>
            <a:endParaRPr lang="en-IN" dirty="0">
              <a:solidFill>
                <a:srgbClr val="FFFFFF"/>
              </a:solidFill>
            </a:endParaRPr>
          </a:p>
        </p:txBody>
      </p:sp>
      <p:sp>
        <p:nvSpPr>
          <p:cNvPr id="3" name="Date Placeholder 2">
            <a:extLst>
              <a:ext uri="{FF2B5EF4-FFF2-40B4-BE49-F238E27FC236}">
                <a16:creationId xmlns:a16="http://schemas.microsoft.com/office/drawing/2014/main" id="{3AF4F06C-A161-482E-92BD-BE577C88EC42}"/>
              </a:ext>
            </a:extLst>
          </p:cNvPr>
          <p:cNvSpPr>
            <a:spLocks noGrp="1"/>
          </p:cNvSpPr>
          <p:nvPr>
            <p:ph type="dt" sz="half" idx="10"/>
          </p:nvPr>
        </p:nvSpPr>
        <p:spPr/>
        <p:txBody>
          <a:bodyPr/>
          <a:lstStyle/>
          <a:p>
            <a:r>
              <a:rPr lang="en-US" dirty="0">
                <a:solidFill>
                  <a:srgbClr val="FDF6EC"/>
                </a:solidFill>
              </a:rPr>
              <a:t>10-03-2026</a:t>
            </a:r>
          </a:p>
        </p:txBody>
      </p:sp>
      <p:sp>
        <p:nvSpPr>
          <p:cNvPr id="4" name="Footer Placeholder 3">
            <a:extLst>
              <a:ext uri="{FF2B5EF4-FFF2-40B4-BE49-F238E27FC236}">
                <a16:creationId xmlns:a16="http://schemas.microsoft.com/office/drawing/2014/main" id="{609D3402-B86E-4DBB-A290-4BDC9506C245}"/>
              </a:ext>
            </a:extLst>
          </p:cNvPr>
          <p:cNvSpPr>
            <a:spLocks noGrp="1"/>
          </p:cNvSpPr>
          <p:nvPr>
            <p:ph type="ftr" sz="quarter" idx="11"/>
          </p:nvPr>
        </p:nvSpPr>
        <p:spPr/>
        <p:txBody>
          <a:bodyPr/>
          <a:lstStyle/>
          <a:p>
            <a:r>
              <a:rPr lang="en-US" dirty="0">
                <a:solidFill>
                  <a:srgbClr val="FDF6EC"/>
                </a:solidFill>
              </a:rPr>
              <a:t>2520090001        Department of CSIT</a:t>
            </a:r>
          </a:p>
        </p:txBody>
      </p:sp>
      <p:sp>
        <p:nvSpPr>
          <p:cNvPr id="5" name="Slide Number Placeholder 4">
            <a:extLst>
              <a:ext uri="{FF2B5EF4-FFF2-40B4-BE49-F238E27FC236}">
                <a16:creationId xmlns:a16="http://schemas.microsoft.com/office/drawing/2014/main" id="{3D57F4DD-08A0-4CBE-9169-D2880E46970B}"/>
              </a:ext>
            </a:extLst>
          </p:cNvPr>
          <p:cNvSpPr>
            <a:spLocks noGrp="1"/>
          </p:cNvSpPr>
          <p:nvPr>
            <p:ph type="sldNum" sz="quarter" idx="12"/>
          </p:nvPr>
        </p:nvSpPr>
        <p:spPr/>
        <p:txBody>
          <a:bodyPr/>
          <a:lstStyle/>
          <a:p>
            <a:fld id="{B961B71F-4B40-8942-BB88-E0F5C0B46E10}" type="slidenum">
              <a:rPr lang="en-US" smtClean="0">
                <a:solidFill>
                  <a:srgbClr val="FDF6EC"/>
                </a:solidFill>
              </a:rPr>
              <a:t>27</a:t>
            </a:fld>
            <a:endParaRPr lang="en-US">
              <a:solidFill>
                <a:srgbClr val="FDF6EC"/>
              </a:solidFill>
            </a:endParaRPr>
          </a:p>
        </p:txBody>
      </p:sp>
      <p:pic>
        <p:nvPicPr>
          <p:cNvPr id="7" name="Picture 6">
            <a:extLst>
              <a:ext uri="{FF2B5EF4-FFF2-40B4-BE49-F238E27FC236}">
                <a16:creationId xmlns:a16="http://schemas.microsoft.com/office/drawing/2014/main" id="{07E59A7B-5BC9-403D-86AA-593AF08A068D}"/>
              </a:ext>
            </a:extLst>
          </p:cNvPr>
          <p:cNvPicPr>
            <a:picLocks noChangeAspect="1"/>
          </p:cNvPicPr>
          <p:nvPr/>
        </p:nvPicPr>
        <p:blipFill>
          <a:blip r:embed="rId2"/>
          <a:stretch>
            <a:fillRect/>
          </a:stretch>
        </p:blipFill>
        <p:spPr>
          <a:xfrm>
            <a:off x="317634" y="1837430"/>
            <a:ext cx="5967663" cy="3837657"/>
          </a:xfrm>
          <a:prstGeom prst="rect">
            <a:avLst/>
          </a:prstGeom>
        </p:spPr>
      </p:pic>
      <p:pic>
        <p:nvPicPr>
          <p:cNvPr id="9" name="Picture 8">
            <a:extLst>
              <a:ext uri="{FF2B5EF4-FFF2-40B4-BE49-F238E27FC236}">
                <a16:creationId xmlns:a16="http://schemas.microsoft.com/office/drawing/2014/main" id="{AED47E96-EBD1-4CBA-8645-0B5C42DBFB65}"/>
              </a:ext>
            </a:extLst>
          </p:cNvPr>
          <p:cNvPicPr>
            <a:picLocks noChangeAspect="1"/>
          </p:cNvPicPr>
          <p:nvPr/>
        </p:nvPicPr>
        <p:blipFill>
          <a:blip r:embed="rId3"/>
          <a:stretch>
            <a:fillRect/>
          </a:stretch>
        </p:blipFill>
        <p:spPr>
          <a:xfrm>
            <a:off x="6096000" y="1885119"/>
            <a:ext cx="5906703" cy="3975821"/>
          </a:xfrm>
          <a:prstGeom prst="rect">
            <a:avLst/>
          </a:prstGeom>
        </p:spPr>
      </p:pic>
      <p:pic>
        <p:nvPicPr>
          <p:cNvPr id="17" name="Picture 16" descr="A picture containing shape  Description automatically generated">
            <a:extLst>
              <a:ext uri="{FF2B5EF4-FFF2-40B4-BE49-F238E27FC236}">
                <a16:creationId xmlns:a16="http://schemas.microsoft.com/office/drawing/2014/main" id="{3F5757C8-0791-4DEC-9501-6D5AD4DBCDC3}"/>
              </a:ext>
            </a:extLst>
          </p:cNvPr>
          <p:cNvPicPr>
            <a:picLocks noChangeAspect="1"/>
          </p:cNvPicPr>
          <p:nvPr/>
        </p:nvPicPr>
        <p:blipFill>
          <a:blip r:embed="rId4"/>
          <a:stretch>
            <a:fillRect/>
          </a:stretch>
        </p:blipFill>
        <p:spPr>
          <a:xfrm>
            <a:off x="30000" y="20001"/>
            <a:ext cx="1725712" cy="979538"/>
          </a:xfrm>
          <a:prstGeom prst="rect">
            <a:avLst/>
          </a:prstGeom>
        </p:spPr>
      </p:pic>
    </p:spTree>
    <p:extLst>
      <p:ext uri="{BB962C8B-B14F-4D97-AF65-F5344CB8AC3E}">
        <p14:creationId xmlns:p14="http://schemas.microsoft.com/office/powerpoint/2010/main" val="2467556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2" name="Title 1">
            <a:extLst>
              <a:ext uri="{FF2B5EF4-FFF2-40B4-BE49-F238E27FC236}">
                <a16:creationId xmlns:a16="http://schemas.microsoft.com/office/drawing/2014/main" id="{F977832B-9617-466D-BAAE-28A752B6E05A}"/>
              </a:ext>
            </a:extLst>
          </p:cNvPr>
          <p:cNvSpPr>
            <a:spLocks noGrp="1"/>
          </p:cNvSpPr>
          <p:nvPr>
            <p:ph type="title"/>
          </p:nvPr>
        </p:nvSpPr>
        <p:spPr>
          <a:xfrm>
            <a:off x="838200" y="0"/>
            <a:ext cx="10515600" cy="853344"/>
          </a:xfrm>
        </p:spPr>
        <p:txBody>
          <a:bodyPr>
            <a:normAutofit/>
          </a:bodyPr>
          <a:lstStyle/>
          <a:p>
            <a:r>
              <a:rPr lang="en-GB" dirty="0">
                <a:solidFill>
                  <a:srgbClr val="FFFFFF"/>
                </a:solidFill>
              </a:rPr>
              <a:t>          Stock Availability and Sorting Order</a:t>
            </a:r>
            <a:endParaRPr lang="en-IN" dirty="0">
              <a:solidFill>
                <a:srgbClr val="FFFFFF"/>
              </a:solidFill>
            </a:endParaRPr>
          </a:p>
        </p:txBody>
      </p:sp>
      <p:sp>
        <p:nvSpPr>
          <p:cNvPr id="3" name="Date Placeholder 2">
            <a:extLst>
              <a:ext uri="{FF2B5EF4-FFF2-40B4-BE49-F238E27FC236}">
                <a16:creationId xmlns:a16="http://schemas.microsoft.com/office/drawing/2014/main" id="{5711C769-7BE2-46AF-BEE6-29FD37BF1D74}"/>
              </a:ext>
            </a:extLst>
          </p:cNvPr>
          <p:cNvSpPr>
            <a:spLocks noGrp="1"/>
          </p:cNvSpPr>
          <p:nvPr>
            <p:ph type="dt" sz="half" idx="10"/>
          </p:nvPr>
        </p:nvSpPr>
        <p:spPr/>
        <p:txBody>
          <a:bodyPr/>
          <a:lstStyle/>
          <a:p>
            <a:r>
              <a:rPr lang="en-US" dirty="0">
                <a:solidFill>
                  <a:srgbClr val="FDF6EC"/>
                </a:solidFill>
              </a:rPr>
              <a:t>10-03-2026</a:t>
            </a:r>
          </a:p>
        </p:txBody>
      </p:sp>
      <p:sp>
        <p:nvSpPr>
          <p:cNvPr id="4" name="Footer Placeholder 3">
            <a:extLst>
              <a:ext uri="{FF2B5EF4-FFF2-40B4-BE49-F238E27FC236}">
                <a16:creationId xmlns:a16="http://schemas.microsoft.com/office/drawing/2014/main" id="{9D41742F-80EC-45FA-BB15-46335F381205}"/>
              </a:ext>
            </a:extLst>
          </p:cNvPr>
          <p:cNvSpPr>
            <a:spLocks noGrp="1"/>
          </p:cNvSpPr>
          <p:nvPr>
            <p:ph type="ftr" sz="quarter" idx="11"/>
          </p:nvPr>
        </p:nvSpPr>
        <p:spPr/>
        <p:txBody>
          <a:bodyPr/>
          <a:lstStyle/>
          <a:p>
            <a:r>
              <a:rPr lang="en-US" dirty="0">
                <a:solidFill>
                  <a:srgbClr val="FDF6EC"/>
                </a:solidFill>
              </a:rPr>
              <a:t>2520090001     Department of CSIT</a:t>
            </a:r>
          </a:p>
        </p:txBody>
      </p:sp>
      <p:sp>
        <p:nvSpPr>
          <p:cNvPr id="5" name="Slide Number Placeholder 4">
            <a:extLst>
              <a:ext uri="{FF2B5EF4-FFF2-40B4-BE49-F238E27FC236}">
                <a16:creationId xmlns:a16="http://schemas.microsoft.com/office/drawing/2014/main" id="{235A6257-435F-4DA1-B734-E0E4BF9EBD6E}"/>
              </a:ext>
            </a:extLst>
          </p:cNvPr>
          <p:cNvSpPr>
            <a:spLocks noGrp="1"/>
          </p:cNvSpPr>
          <p:nvPr>
            <p:ph type="sldNum" sz="quarter" idx="12"/>
          </p:nvPr>
        </p:nvSpPr>
        <p:spPr/>
        <p:txBody>
          <a:bodyPr/>
          <a:lstStyle/>
          <a:p>
            <a:fld id="{B961B71F-4B40-8942-BB88-E0F5C0B46E10}" type="slidenum">
              <a:rPr lang="en-US" smtClean="0">
                <a:solidFill>
                  <a:srgbClr val="FDF6EC"/>
                </a:solidFill>
              </a:rPr>
              <a:t>28</a:t>
            </a:fld>
            <a:endParaRPr lang="en-US">
              <a:solidFill>
                <a:srgbClr val="FDF6EC"/>
              </a:solidFill>
            </a:endParaRPr>
          </a:p>
        </p:txBody>
      </p:sp>
      <p:pic>
        <p:nvPicPr>
          <p:cNvPr id="7" name="Picture 6">
            <a:extLst>
              <a:ext uri="{FF2B5EF4-FFF2-40B4-BE49-F238E27FC236}">
                <a16:creationId xmlns:a16="http://schemas.microsoft.com/office/drawing/2014/main" id="{98B5A68C-3DA1-43E8-8790-C1B4BC77C21E}"/>
              </a:ext>
            </a:extLst>
          </p:cNvPr>
          <p:cNvPicPr>
            <a:picLocks noChangeAspect="1"/>
          </p:cNvPicPr>
          <p:nvPr/>
        </p:nvPicPr>
        <p:blipFill>
          <a:blip r:embed="rId2"/>
          <a:stretch>
            <a:fillRect/>
          </a:stretch>
        </p:blipFill>
        <p:spPr>
          <a:xfrm>
            <a:off x="706655" y="1690688"/>
            <a:ext cx="5389345" cy="4334060"/>
          </a:xfrm>
          <a:prstGeom prst="rect">
            <a:avLst/>
          </a:prstGeom>
        </p:spPr>
      </p:pic>
      <p:pic>
        <p:nvPicPr>
          <p:cNvPr id="9" name="Picture 8">
            <a:extLst>
              <a:ext uri="{FF2B5EF4-FFF2-40B4-BE49-F238E27FC236}">
                <a16:creationId xmlns:a16="http://schemas.microsoft.com/office/drawing/2014/main" id="{CC06461D-855B-4CF9-9A52-36494C1CD11E}"/>
              </a:ext>
            </a:extLst>
          </p:cNvPr>
          <p:cNvPicPr>
            <a:picLocks noChangeAspect="1"/>
          </p:cNvPicPr>
          <p:nvPr/>
        </p:nvPicPr>
        <p:blipFill>
          <a:blip r:embed="rId3"/>
          <a:stretch>
            <a:fillRect/>
          </a:stretch>
        </p:blipFill>
        <p:spPr>
          <a:xfrm>
            <a:off x="6096000" y="1690688"/>
            <a:ext cx="6096000" cy="4543969"/>
          </a:xfrm>
          <a:prstGeom prst="rect">
            <a:avLst/>
          </a:prstGeom>
        </p:spPr>
      </p:pic>
      <p:pic>
        <p:nvPicPr>
          <p:cNvPr id="17" name="Picture 16" descr="A picture containing shape  Description automatically generated">
            <a:extLst>
              <a:ext uri="{FF2B5EF4-FFF2-40B4-BE49-F238E27FC236}">
                <a16:creationId xmlns:a16="http://schemas.microsoft.com/office/drawing/2014/main" id="{41051183-C125-4738-A0C3-C4CC02FFFE85}"/>
              </a:ext>
            </a:extLst>
          </p:cNvPr>
          <p:cNvPicPr>
            <a:picLocks noChangeAspect="1"/>
          </p:cNvPicPr>
          <p:nvPr/>
        </p:nvPicPr>
        <p:blipFill>
          <a:blip r:embed="rId4"/>
          <a:stretch>
            <a:fillRect/>
          </a:stretch>
        </p:blipFill>
        <p:spPr>
          <a:xfrm>
            <a:off x="30000" y="20001"/>
            <a:ext cx="1725712" cy="979538"/>
          </a:xfrm>
          <a:prstGeom prst="rect">
            <a:avLst/>
          </a:prstGeom>
        </p:spPr>
      </p:pic>
    </p:spTree>
    <p:extLst>
      <p:ext uri="{BB962C8B-B14F-4D97-AF65-F5344CB8AC3E}">
        <p14:creationId xmlns:p14="http://schemas.microsoft.com/office/powerpoint/2010/main" val="24205759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3" name="Date Placeholder 2">
            <a:extLst>
              <a:ext uri="{FF2B5EF4-FFF2-40B4-BE49-F238E27FC236}">
                <a16:creationId xmlns:a16="http://schemas.microsoft.com/office/drawing/2014/main" id="{06CFF0DC-3BA2-42E5-8242-4A3558430E7B}"/>
              </a:ext>
            </a:extLst>
          </p:cNvPr>
          <p:cNvSpPr>
            <a:spLocks noGrp="1"/>
          </p:cNvSpPr>
          <p:nvPr>
            <p:ph type="dt" sz="half" idx="10"/>
          </p:nvPr>
        </p:nvSpPr>
        <p:spPr/>
        <p:txBody>
          <a:bodyPr/>
          <a:lstStyle/>
          <a:p>
            <a:r>
              <a:rPr lang="en-US" dirty="0">
                <a:solidFill>
                  <a:srgbClr val="FDF6EC"/>
                </a:solidFill>
              </a:rPr>
              <a:t>10-03-2026</a:t>
            </a:r>
          </a:p>
        </p:txBody>
      </p:sp>
      <p:sp>
        <p:nvSpPr>
          <p:cNvPr id="4" name="Footer Placeholder 3">
            <a:extLst>
              <a:ext uri="{FF2B5EF4-FFF2-40B4-BE49-F238E27FC236}">
                <a16:creationId xmlns:a16="http://schemas.microsoft.com/office/drawing/2014/main" id="{F600C6A1-396A-4108-871F-0DB6C4DD248C}"/>
              </a:ext>
            </a:extLst>
          </p:cNvPr>
          <p:cNvSpPr>
            <a:spLocks noGrp="1"/>
          </p:cNvSpPr>
          <p:nvPr>
            <p:ph type="ftr" sz="quarter" idx="11"/>
          </p:nvPr>
        </p:nvSpPr>
        <p:spPr/>
        <p:txBody>
          <a:bodyPr/>
          <a:lstStyle/>
          <a:p>
            <a:r>
              <a:rPr lang="en-US" dirty="0">
                <a:solidFill>
                  <a:srgbClr val="FDF6EC"/>
                </a:solidFill>
              </a:rPr>
              <a:t>2520090001     Department of CSIT</a:t>
            </a:r>
          </a:p>
        </p:txBody>
      </p:sp>
      <p:sp>
        <p:nvSpPr>
          <p:cNvPr id="5" name="Slide Number Placeholder 4">
            <a:extLst>
              <a:ext uri="{FF2B5EF4-FFF2-40B4-BE49-F238E27FC236}">
                <a16:creationId xmlns:a16="http://schemas.microsoft.com/office/drawing/2014/main" id="{A6DCA445-9C72-4588-A014-780BE648DD4B}"/>
              </a:ext>
            </a:extLst>
          </p:cNvPr>
          <p:cNvSpPr>
            <a:spLocks noGrp="1"/>
          </p:cNvSpPr>
          <p:nvPr>
            <p:ph type="sldNum" sz="quarter" idx="12"/>
          </p:nvPr>
        </p:nvSpPr>
        <p:spPr/>
        <p:txBody>
          <a:bodyPr/>
          <a:lstStyle/>
          <a:p>
            <a:fld id="{B961B71F-4B40-8942-BB88-E0F5C0B46E10}" type="slidenum">
              <a:rPr lang="en-US" smtClean="0">
                <a:solidFill>
                  <a:srgbClr val="FDF6EC"/>
                </a:solidFill>
              </a:rPr>
              <a:t>29</a:t>
            </a:fld>
            <a:endParaRPr lang="en-US">
              <a:solidFill>
                <a:srgbClr val="FDF6EC"/>
              </a:solidFill>
            </a:endParaRPr>
          </a:p>
        </p:txBody>
      </p:sp>
      <p:pic>
        <p:nvPicPr>
          <p:cNvPr id="7" name="Picture 6">
            <a:extLst>
              <a:ext uri="{FF2B5EF4-FFF2-40B4-BE49-F238E27FC236}">
                <a16:creationId xmlns:a16="http://schemas.microsoft.com/office/drawing/2014/main" id="{E2DB945F-68D0-45C3-BC9B-51A3A0B2DEF4}"/>
              </a:ext>
            </a:extLst>
          </p:cNvPr>
          <p:cNvPicPr>
            <a:picLocks noChangeAspect="1"/>
          </p:cNvPicPr>
          <p:nvPr/>
        </p:nvPicPr>
        <p:blipFill>
          <a:blip r:embed="rId2"/>
          <a:stretch>
            <a:fillRect/>
          </a:stretch>
        </p:blipFill>
        <p:spPr>
          <a:xfrm>
            <a:off x="452387" y="844000"/>
            <a:ext cx="5933952" cy="5512350"/>
          </a:xfrm>
          <a:prstGeom prst="rect">
            <a:avLst/>
          </a:prstGeom>
        </p:spPr>
      </p:pic>
      <p:pic>
        <p:nvPicPr>
          <p:cNvPr id="9" name="Picture 8">
            <a:extLst>
              <a:ext uri="{FF2B5EF4-FFF2-40B4-BE49-F238E27FC236}">
                <a16:creationId xmlns:a16="http://schemas.microsoft.com/office/drawing/2014/main" id="{6CBFCFF5-C335-46EB-9E3A-636938B7A0CE}"/>
              </a:ext>
            </a:extLst>
          </p:cNvPr>
          <p:cNvPicPr>
            <a:picLocks noChangeAspect="1"/>
          </p:cNvPicPr>
          <p:nvPr/>
        </p:nvPicPr>
        <p:blipFill>
          <a:blip r:embed="rId3"/>
          <a:stretch>
            <a:fillRect/>
          </a:stretch>
        </p:blipFill>
        <p:spPr>
          <a:xfrm>
            <a:off x="6548386" y="837399"/>
            <a:ext cx="5473567" cy="4087308"/>
          </a:xfrm>
          <a:prstGeom prst="rect">
            <a:avLst/>
          </a:prstGeom>
        </p:spPr>
      </p:pic>
      <p:pic>
        <p:nvPicPr>
          <p:cNvPr id="16" name="Picture 15" descr="A picture containing shape  Description automatically generated">
            <a:extLst>
              <a:ext uri="{FF2B5EF4-FFF2-40B4-BE49-F238E27FC236}">
                <a16:creationId xmlns:a16="http://schemas.microsoft.com/office/drawing/2014/main" id="{D2259C1D-DFE4-448F-B18E-815C7B10466C}"/>
              </a:ext>
            </a:extLst>
          </p:cNvPr>
          <p:cNvPicPr>
            <a:picLocks noChangeAspect="1"/>
          </p:cNvPicPr>
          <p:nvPr/>
        </p:nvPicPr>
        <p:blipFill>
          <a:blip r:embed="rId4"/>
          <a:stretch>
            <a:fillRect/>
          </a:stretch>
        </p:blipFill>
        <p:spPr>
          <a:xfrm>
            <a:off x="30000" y="20001"/>
            <a:ext cx="1725712" cy="979538"/>
          </a:xfrm>
          <a:prstGeom prst="rect">
            <a:avLst/>
          </a:prstGeom>
        </p:spPr>
      </p:pic>
    </p:spTree>
    <p:extLst>
      <p:ext uri="{BB962C8B-B14F-4D97-AF65-F5344CB8AC3E}">
        <p14:creationId xmlns:p14="http://schemas.microsoft.com/office/powerpoint/2010/main" val="27285880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2" name="Title 1">
            <a:extLst>
              <a:ext uri="{FF2B5EF4-FFF2-40B4-BE49-F238E27FC236}">
                <a16:creationId xmlns:a16="http://schemas.microsoft.com/office/drawing/2014/main" id="{2B7421D3-49C8-4A36-9232-E2A753EA11DA}"/>
              </a:ext>
            </a:extLst>
          </p:cNvPr>
          <p:cNvSpPr>
            <a:spLocks noGrp="1"/>
          </p:cNvSpPr>
          <p:nvPr>
            <p:ph type="title"/>
          </p:nvPr>
        </p:nvSpPr>
        <p:spPr>
          <a:xfrm>
            <a:off x="120000" y="127661"/>
            <a:ext cx="12072000" cy="813195"/>
          </a:xfrm>
        </p:spPr>
        <p:txBody>
          <a:bodyPr>
            <a:normAutofit fontScale="90000"/>
          </a:bodyPr>
          <a:lstStyle/>
          <a:p>
            <a:r>
              <a:rPr lang="en-GB" dirty="0">
                <a:solidFill>
                  <a:srgbClr val="FFFFFF"/>
                </a:solidFill>
              </a:rPr>
              <a:t>      Display of All Sarees and Top 5 discounted and popular </a:t>
            </a:r>
            <a:endParaRPr lang="en-IN" dirty="0">
              <a:solidFill>
                <a:srgbClr val="FFFFFF"/>
              </a:solidFill>
            </a:endParaRPr>
          </a:p>
        </p:txBody>
      </p:sp>
      <p:sp>
        <p:nvSpPr>
          <p:cNvPr id="3" name="Date Placeholder 2">
            <a:extLst>
              <a:ext uri="{FF2B5EF4-FFF2-40B4-BE49-F238E27FC236}">
                <a16:creationId xmlns:a16="http://schemas.microsoft.com/office/drawing/2014/main" id="{51E59099-EFF0-4AC8-9477-6970FE080A56}"/>
              </a:ext>
            </a:extLst>
          </p:cNvPr>
          <p:cNvSpPr>
            <a:spLocks noGrp="1"/>
          </p:cNvSpPr>
          <p:nvPr>
            <p:ph type="dt" sz="half" idx="10"/>
          </p:nvPr>
        </p:nvSpPr>
        <p:spPr/>
        <p:txBody>
          <a:bodyPr/>
          <a:lstStyle/>
          <a:p>
            <a:r>
              <a:rPr lang="en-US" dirty="0">
                <a:solidFill>
                  <a:srgbClr val="FDF6EC"/>
                </a:solidFill>
              </a:rPr>
              <a:t>10-03-2026</a:t>
            </a:r>
          </a:p>
        </p:txBody>
      </p:sp>
      <p:sp>
        <p:nvSpPr>
          <p:cNvPr id="4" name="Footer Placeholder 3">
            <a:extLst>
              <a:ext uri="{FF2B5EF4-FFF2-40B4-BE49-F238E27FC236}">
                <a16:creationId xmlns:a16="http://schemas.microsoft.com/office/drawing/2014/main" id="{A6132F4C-75DB-45E1-9021-21C1B5A75F8B}"/>
              </a:ext>
            </a:extLst>
          </p:cNvPr>
          <p:cNvSpPr>
            <a:spLocks noGrp="1"/>
          </p:cNvSpPr>
          <p:nvPr>
            <p:ph type="ftr" sz="quarter" idx="11"/>
          </p:nvPr>
        </p:nvSpPr>
        <p:spPr/>
        <p:txBody>
          <a:bodyPr/>
          <a:lstStyle/>
          <a:p>
            <a:r>
              <a:rPr lang="en-US" dirty="0">
                <a:solidFill>
                  <a:srgbClr val="FDF6EC"/>
                </a:solidFill>
              </a:rPr>
              <a:t>2520090001           Department of CSIT</a:t>
            </a:r>
          </a:p>
        </p:txBody>
      </p:sp>
      <p:sp>
        <p:nvSpPr>
          <p:cNvPr id="5" name="Slide Number Placeholder 4">
            <a:extLst>
              <a:ext uri="{FF2B5EF4-FFF2-40B4-BE49-F238E27FC236}">
                <a16:creationId xmlns:a16="http://schemas.microsoft.com/office/drawing/2014/main" id="{A0C19AD0-AD67-4083-9D6A-6C10E877AB04}"/>
              </a:ext>
            </a:extLst>
          </p:cNvPr>
          <p:cNvSpPr>
            <a:spLocks noGrp="1"/>
          </p:cNvSpPr>
          <p:nvPr>
            <p:ph type="sldNum" sz="quarter" idx="12"/>
          </p:nvPr>
        </p:nvSpPr>
        <p:spPr/>
        <p:txBody>
          <a:bodyPr/>
          <a:lstStyle/>
          <a:p>
            <a:fld id="{B961B71F-4B40-8942-BB88-E0F5C0B46E10}" type="slidenum">
              <a:rPr lang="en-US" smtClean="0">
                <a:solidFill>
                  <a:srgbClr val="FDF6EC"/>
                </a:solidFill>
              </a:rPr>
              <a:t>30</a:t>
            </a:fld>
            <a:endParaRPr lang="en-US">
              <a:solidFill>
                <a:srgbClr val="FDF6EC"/>
              </a:solidFill>
            </a:endParaRPr>
          </a:p>
        </p:txBody>
      </p:sp>
      <p:pic>
        <p:nvPicPr>
          <p:cNvPr id="7" name="Picture 6">
            <a:extLst>
              <a:ext uri="{FF2B5EF4-FFF2-40B4-BE49-F238E27FC236}">
                <a16:creationId xmlns:a16="http://schemas.microsoft.com/office/drawing/2014/main" id="{BE9438A8-A6B0-453C-8EF2-2289F3546B8E}"/>
              </a:ext>
            </a:extLst>
          </p:cNvPr>
          <p:cNvPicPr>
            <a:picLocks noChangeAspect="1"/>
          </p:cNvPicPr>
          <p:nvPr/>
        </p:nvPicPr>
        <p:blipFill>
          <a:blip r:embed="rId2"/>
          <a:stretch>
            <a:fillRect/>
          </a:stretch>
        </p:blipFill>
        <p:spPr>
          <a:xfrm>
            <a:off x="259883" y="1384339"/>
            <a:ext cx="6266046" cy="4751155"/>
          </a:xfrm>
          <a:prstGeom prst="rect">
            <a:avLst/>
          </a:prstGeom>
        </p:spPr>
      </p:pic>
      <p:pic>
        <p:nvPicPr>
          <p:cNvPr id="9" name="Picture 8">
            <a:extLst>
              <a:ext uri="{FF2B5EF4-FFF2-40B4-BE49-F238E27FC236}">
                <a16:creationId xmlns:a16="http://schemas.microsoft.com/office/drawing/2014/main" id="{27B17AC5-D77A-4B25-B2BC-DBB17688AE6A}"/>
              </a:ext>
            </a:extLst>
          </p:cNvPr>
          <p:cNvPicPr>
            <a:picLocks noChangeAspect="1"/>
          </p:cNvPicPr>
          <p:nvPr/>
        </p:nvPicPr>
        <p:blipFill>
          <a:blip r:embed="rId3"/>
          <a:stretch>
            <a:fillRect/>
          </a:stretch>
        </p:blipFill>
        <p:spPr>
          <a:xfrm>
            <a:off x="6882062" y="1384339"/>
            <a:ext cx="5154281" cy="4972011"/>
          </a:xfrm>
          <a:prstGeom prst="rect">
            <a:avLst/>
          </a:prstGeom>
        </p:spPr>
      </p:pic>
      <p:pic>
        <p:nvPicPr>
          <p:cNvPr id="17" name="Picture 16" descr="A picture containing shape  Description automatically generated">
            <a:extLst>
              <a:ext uri="{FF2B5EF4-FFF2-40B4-BE49-F238E27FC236}">
                <a16:creationId xmlns:a16="http://schemas.microsoft.com/office/drawing/2014/main" id="{599CBB28-35A9-4A79-89F3-6046B4756489}"/>
              </a:ext>
            </a:extLst>
          </p:cNvPr>
          <p:cNvPicPr>
            <a:picLocks noChangeAspect="1"/>
          </p:cNvPicPr>
          <p:nvPr/>
        </p:nvPicPr>
        <p:blipFill>
          <a:blip r:embed="rId4"/>
          <a:stretch>
            <a:fillRect/>
          </a:stretch>
        </p:blipFill>
        <p:spPr>
          <a:xfrm>
            <a:off x="30000" y="20001"/>
            <a:ext cx="1029712" cy="979538"/>
          </a:xfrm>
          <a:prstGeom prst="rect">
            <a:avLst/>
          </a:prstGeom>
        </p:spPr>
      </p:pic>
    </p:spTree>
    <p:extLst>
      <p:ext uri="{BB962C8B-B14F-4D97-AF65-F5344CB8AC3E}">
        <p14:creationId xmlns:p14="http://schemas.microsoft.com/office/powerpoint/2010/main" val="15419716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2" name="Title 1">
            <a:extLst>
              <a:ext uri="{FF2B5EF4-FFF2-40B4-BE49-F238E27FC236}">
                <a16:creationId xmlns:a16="http://schemas.microsoft.com/office/drawing/2014/main" id="{13E8D1D3-59A3-4EB1-A816-66FD55DB1880}"/>
              </a:ext>
            </a:extLst>
          </p:cNvPr>
          <p:cNvSpPr>
            <a:spLocks noGrp="1"/>
          </p:cNvSpPr>
          <p:nvPr>
            <p:ph type="title"/>
          </p:nvPr>
        </p:nvSpPr>
        <p:spPr>
          <a:xfrm>
            <a:off x="838200" y="1"/>
            <a:ext cx="10515600" cy="921778"/>
          </a:xfrm>
        </p:spPr>
        <p:txBody>
          <a:bodyPr>
            <a:normAutofit/>
          </a:bodyPr>
          <a:lstStyle/>
          <a:p>
            <a:r>
              <a:rPr lang="en-GB" dirty="0">
                <a:solidFill>
                  <a:srgbClr val="FFFFFF"/>
                </a:solidFill>
              </a:rPr>
              <a:t>                      DSA Demonstration</a:t>
            </a:r>
            <a:endParaRPr lang="en-IN" dirty="0">
              <a:solidFill>
                <a:srgbClr val="FFFFFF"/>
              </a:solidFill>
            </a:endParaRPr>
          </a:p>
        </p:txBody>
      </p:sp>
      <p:sp>
        <p:nvSpPr>
          <p:cNvPr id="3" name="Date Placeholder 2">
            <a:extLst>
              <a:ext uri="{FF2B5EF4-FFF2-40B4-BE49-F238E27FC236}">
                <a16:creationId xmlns:a16="http://schemas.microsoft.com/office/drawing/2014/main" id="{65E6BF21-3A6F-48F7-864D-FDE668840044}"/>
              </a:ext>
            </a:extLst>
          </p:cNvPr>
          <p:cNvSpPr>
            <a:spLocks noGrp="1"/>
          </p:cNvSpPr>
          <p:nvPr>
            <p:ph type="dt" sz="half" idx="10"/>
          </p:nvPr>
        </p:nvSpPr>
        <p:spPr/>
        <p:txBody>
          <a:bodyPr/>
          <a:lstStyle/>
          <a:p>
            <a:r>
              <a:rPr lang="en-US" dirty="0">
                <a:solidFill>
                  <a:srgbClr val="FDF6EC"/>
                </a:solidFill>
              </a:rPr>
              <a:t>10-03-2026</a:t>
            </a:r>
          </a:p>
        </p:txBody>
      </p:sp>
      <p:sp>
        <p:nvSpPr>
          <p:cNvPr id="4" name="Footer Placeholder 3">
            <a:extLst>
              <a:ext uri="{FF2B5EF4-FFF2-40B4-BE49-F238E27FC236}">
                <a16:creationId xmlns:a16="http://schemas.microsoft.com/office/drawing/2014/main" id="{7E6E74F6-0292-46C0-8587-4EB967CFBD71}"/>
              </a:ext>
            </a:extLst>
          </p:cNvPr>
          <p:cNvSpPr>
            <a:spLocks noGrp="1"/>
          </p:cNvSpPr>
          <p:nvPr>
            <p:ph type="ftr" sz="quarter" idx="11"/>
          </p:nvPr>
        </p:nvSpPr>
        <p:spPr/>
        <p:txBody>
          <a:bodyPr/>
          <a:lstStyle/>
          <a:p>
            <a:r>
              <a:rPr lang="en-US" dirty="0">
                <a:solidFill>
                  <a:srgbClr val="FDF6EC"/>
                </a:solidFill>
              </a:rPr>
              <a:t>2520090001    Department of CSIT</a:t>
            </a:r>
          </a:p>
        </p:txBody>
      </p:sp>
      <p:sp>
        <p:nvSpPr>
          <p:cNvPr id="5" name="Slide Number Placeholder 4">
            <a:extLst>
              <a:ext uri="{FF2B5EF4-FFF2-40B4-BE49-F238E27FC236}">
                <a16:creationId xmlns:a16="http://schemas.microsoft.com/office/drawing/2014/main" id="{6BC4056C-4174-4387-A0FA-5D2FEAEE8DAF}"/>
              </a:ext>
            </a:extLst>
          </p:cNvPr>
          <p:cNvSpPr>
            <a:spLocks noGrp="1"/>
          </p:cNvSpPr>
          <p:nvPr>
            <p:ph type="sldNum" sz="quarter" idx="12"/>
          </p:nvPr>
        </p:nvSpPr>
        <p:spPr/>
        <p:txBody>
          <a:bodyPr/>
          <a:lstStyle/>
          <a:p>
            <a:fld id="{B961B71F-4B40-8942-BB88-E0F5C0B46E10}" type="slidenum">
              <a:rPr lang="en-US" smtClean="0">
                <a:solidFill>
                  <a:srgbClr val="FDF6EC"/>
                </a:solidFill>
              </a:rPr>
              <a:t>31</a:t>
            </a:fld>
            <a:endParaRPr lang="en-US">
              <a:solidFill>
                <a:srgbClr val="FDF6EC"/>
              </a:solidFill>
            </a:endParaRPr>
          </a:p>
        </p:txBody>
      </p:sp>
      <p:pic>
        <p:nvPicPr>
          <p:cNvPr id="7" name="Picture 6">
            <a:extLst>
              <a:ext uri="{FF2B5EF4-FFF2-40B4-BE49-F238E27FC236}">
                <a16:creationId xmlns:a16="http://schemas.microsoft.com/office/drawing/2014/main" id="{C473A670-412E-48CE-928A-D6635D7057B9}"/>
              </a:ext>
            </a:extLst>
          </p:cNvPr>
          <p:cNvPicPr>
            <a:picLocks noChangeAspect="1"/>
          </p:cNvPicPr>
          <p:nvPr/>
        </p:nvPicPr>
        <p:blipFill>
          <a:blip r:embed="rId2"/>
          <a:stretch>
            <a:fillRect/>
          </a:stretch>
        </p:blipFill>
        <p:spPr>
          <a:xfrm>
            <a:off x="815357" y="1874273"/>
            <a:ext cx="5143483" cy="4482077"/>
          </a:xfrm>
          <a:prstGeom prst="rect">
            <a:avLst/>
          </a:prstGeom>
        </p:spPr>
      </p:pic>
      <p:pic>
        <p:nvPicPr>
          <p:cNvPr id="9" name="Picture 8">
            <a:extLst>
              <a:ext uri="{FF2B5EF4-FFF2-40B4-BE49-F238E27FC236}">
                <a16:creationId xmlns:a16="http://schemas.microsoft.com/office/drawing/2014/main" id="{93205DD1-B877-4479-A080-28E8F8A3806E}"/>
              </a:ext>
            </a:extLst>
          </p:cNvPr>
          <p:cNvPicPr>
            <a:picLocks noChangeAspect="1"/>
          </p:cNvPicPr>
          <p:nvPr/>
        </p:nvPicPr>
        <p:blipFill>
          <a:blip r:embed="rId3"/>
          <a:stretch>
            <a:fillRect/>
          </a:stretch>
        </p:blipFill>
        <p:spPr>
          <a:xfrm>
            <a:off x="6416040" y="1690688"/>
            <a:ext cx="4805061" cy="4678604"/>
          </a:xfrm>
          <a:prstGeom prst="rect">
            <a:avLst/>
          </a:prstGeom>
        </p:spPr>
      </p:pic>
      <p:pic>
        <p:nvPicPr>
          <p:cNvPr id="17" name="Picture 16" descr="A picture containing shape  Description automatically generated">
            <a:extLst>
              <a:ext uri="{FF2B5EF4-FFF2-40B4-BE49-F238E27FC236}">
                <a16:creationId xmlns:a16="http://schemas.microsoft.com/office/drawing/2014/main" id="{5266D0C7-FCA8-482C-9CF6-30B3D1EFD6BB}"/>
              </a:ext>
            </a:extLst>
          </p:cNvPr>
          <p:cNvPicPr>
            <a:picLocks noChangeAspect="1"/>
          </p:cNvPicPr>
          <p:nvPr/>
        </p:nvPicPr>
        <p:blipFill>
          <a:blip r:embed="rId4"/>
          <a:stretch>
            <a:fillRect/>
          </a:stretch>
        </p:blipFill>
        <p:spPr>
          <a:xfrm>
            <a:off x="30000" y="20001"/>
            <a:ext cx="1725712" cy="979538"/>
          </a:xfrm>
          <a:prstGeom prst="rect">
            <a:avLst/>
          </a:prstGeom>
        </p:spPr>
      </p:pic>
    </p:spTree>
    <p:extLst>
      <p:ext uri="{BB962C8B-B14F-4D97-AF65-F5344CB8AC3E}">
        <p14:creationId xmlns:p14="http://schemas.microsoft.com/office/powerpoint/2010/main" val="15274605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3" name="Date Placeholder 2">
            <a:extLst>
              <a:ext uri="{FF2B5EF4-FFF2-40B4-BE49-F238E27FC236}">
                <a16:creationId xmlns:a16="http://schemas.microsoft.com/office/drawing/2014/main" id="{C5351C6D-9F9E-4E84-A978-8544E646A177}"/>
              </a:ext>
            </a:extLst>
          </p:cNvPr>
          <p:cNvSpPr>
            <a:spLocks noGrp="1"/>
          </p:cNvSpPr>
          <p:nvPr>
            <p:ph type="dt" sz="half" idx="10"/>
          </p:nvPr>
        </p:nvSpPr>
        <p:spPr>
          <a:xfrm>
            <a:off x="482531" y="6356349"/>
            <a:ext cx="2743200" cy="365125"/>
          </a:xfrm>
        </p:spPr>
        <p:txBody>
          <a:bodyPr/>
          <a:lstStyle/>
          <a:p>
            <a:r>
              <a:rPr lang="en-US" dirty="0">
                <a:solidFill>
                  <a:srgbClr val="FDF6EC"/>
                </a:solidFill>
              </a:rPr>
              <a:t>10-03-2026</a:t>
            </a:r>
          </a:p>
        </p:txBody>
      </p:sp>
      <p:sp>
        <p:nvSpPr>
          <p:cNvPr id="4" name="Footer Placeholder 3">
            <a:extLst>
              <a:ext uri="{FF2B5EF4-FFF2-40B4-BE49-F238E27FC236}">
                <a16:creationId xmlns:a16="http://schemas.microsoft.com/office/drawing/2014/main" id="{FDA11A82-1659-4209-8D4E-4F02D50C2BB4}"/>
              </a:ext>
            </a:extLst>
          </p:cNvPr>
          <p:cNvSpPr>
            <a:spLocks noGrp="1"/>
          </p:cNvSpPr>
          <p:nvPr>
            <p:ph type="ftr" sz="quarter" idx="11"/>
          </p:nvPr>
        </p:nvSpPr>
        <p:spPr/>
        <p:txBody>
          <a:bodyPr/>
          <a:lstStyle/>
          <a:p>
            <a:r>
              <a:rPr lang="en-US" dirty="0">
                <a:solidFill>
                  <a:srgbClr val="FDF6EC"/>
                </a:solidFill>
              </a:rPr>
              <a:t>2520090001           Department of CSIT</a:t>
            </a:r>
          </a:p>
        </p:txBody>
      </p:sp>
      <p:sp>
        <p:nvSpPr>
          <p:cNvPr id="5" name="Slide Number Placeholder 4">
            <a:extLst>
              <a:ext uri="{FF2B5EF4-FFF2-40B4-BE49-F238E27FC236}">
                <a16:creationId xmlns:a16="http://schemas.microsoft.com/office/drawing/2014/main" id="{009E7781-1926-4759-A5C2-3D951C79F04F}"/>
              </a:ext>
            </a:extLst>
          </p:cNvPr>
          <p:cNvSpPr>
            <a:spLocks noGrp="1"/>
          </p:cNvSpPr>
          <p:nvPr>
            <p:ph type="sldNum" sz="quarter" idx="12"/>
          </p:nvPr>
        </p:nvSpPr>
        <p:spPr/>
        <p:txBody>
          <a:bodyPr/>
          <a:lstStyle/>
          <a:p>
            <a:fld id="{B961B71F-4B40-8942-BB88-E0F5C0B46E10}" type="slidenum">
              <a:rPr lang="en-US" smtClean="0">
                <a:solidFill>
                  <a:srgbClr val="FDF6EC"/>
                </a:solidFill>
              </a:rPr>
              <a:t>32</a:t>
            </a:fld>
            <a:endParaRPr lang="en-US">
              <a:solidFill>
                <a:srgbClr val="FDF6EC"/>
              </a:solidFill>
            </a:endParaRPr>
          </a:p>
        </p:txBody>
      </p:sp>
      <p:pic>
        <p:nvPicPr>
          <p:cNvPr id="7" name="Picture 6">
            <a:extLst>
              <a:ext uri="{FF2B5EF4-FFF2-40B4-BE49-F238E27FC236}">
                <a16:creationId xmlns:a16="http://schemas.microsoft.com/office/drawing/2014/main" id="{22C82446-8354-4080-A205-BEA27DC23246}"/>
              </a:ext>
            </a:extLst>
          </p:cNvPr>
          <p:cNvPicPr>
            <a:picLocks noChangeAspect="1"/>
          </p:cNvPicPr>
          <p:nvPr/>
        </p:nvPicPr>
        <p:blipFill>
          <a:blip r:embed="rId2"/>
          <a:stretch>
            <a:fillRect/>
          </a:stretch>
        </p:blipFill>
        <p:spPr>
          <a:xfrm>
            <a:off x="361077" y="1154972"/>
            <a:ext cx="5729309" cy="4517985"/>
          </a:xfrm>
          <a:prstGeom prst="rect">
            <a:avLst/>
          </a:prstGeom>
        </p:spPr>
      </p:pic>
      <p:pic>
        <p:nvPicPr>
          <p:cNvPr id="9" name="Picture 8">
            <a:extLst>
              <a:ext uri="{FF2B5EF4-FFF2-40B4-BE49-F238E27FC236}">
                <a16:creationId xmlns:a16="http://schemas.microsoft.com/office/drawing/2014/main" id="{ACD1AAD5-EA07-49FC-A260-A2C40E2B2E59}"/>
              </a:ext>
            </a:extLst>
          </p:cNvPr>
          <p:cNvPicPr>
            <a:picLocks noChangeAspect="1"/>
          </p:cNvPicPr>
          <p:nvPr/>
        </p:nvPicPr>
        <p:blipFill>
          <a:blip r:embed="rId3"/>
          <a:stretch>
            <a:fillRect/>
          </a:stretch>
        </p:blipFill>
        <p:spPr>
          <a:xfrm>
            <a:off x="6274869" y="1154972"/>
            <a:ext cx="5252185" cy="4821180"/>
          </a:xfrm>
          <a:prstGeom prst="rect">
            <a:avLst/>
          </a:prstGeom>
        </p:spPr>
      </p:pic>
      <p:pic>
        <p:nvPicPr>
          <p:cNvPr id="16" name="Picture 15" descr="A picture containing shape  Description automatically generated">
            <a:extLst>
              <a:ext uri="{FF2B5EF4-FFF2-40B4-BE49-F238E27FC236}">
                <a16:creationId xmlns:a16="http://schemas.microsoft.com/office/drawing/2014/main" id="{89C3F805-D0C7-4061-B89C-BEAFB1CE2F3D}"/>
              </a:ext>
            </a:extLst>
          </p:cNvPr>
          <p:cNvPicPr>
            <a:picLocks noChangeAspect="1"/>
          </p:cNvPicPr>
          <p:nvPr/>
        </p:nvPicPr>
        <p:blipFill>
          <a:blip r:embed="rId4"/>
          <a:stretch>
            <a:fillRect/>
          </a:stretch>
        </p:blipFill>
        <p:spPr>
          <a:xfrm>
            <a:off x="30000" y="20001"/>
            <a:ext cx="1725712" cy="979538"/>
          </a:xfrm>
          <a:prstGeom prst="rect">
            <a:avLst/>
          </a:prstGeom>
        </p:spPr>
      </p:pic>
    </p:spTree>
    <p:extLst>
      <p:ext uri="{BB962C8B-B14F-4D97-AF65-F5344CB8AC3E}">
        <p14:creationId xmlns:p14="http://schemas.microsoft.com/office/powerpoint/2010/main" val="11991906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2" name="Title 1">
            <a:extLst>
              <a:ext uri="{FF2B5EF4-FFF2-40B4-BE49-F238E27FC236}">
                <a16:creationId xmlns:a16="http://schemas.microsoft.com/office/drawing/2014/main" id="{142FF8BC-7AE8-4096-9CA5-63FDE0D2C3ED}"/>
              </a:ext>
            </a:extLst>
          </p:cNvPr>
          <p:cNvSpPr>
            <a:spLocks noGrp="1"/>
          </p:cNvSpPr>
          <p:nvPr>
            <p:ph type="title"/>
          </p:nvPr>
        </p:nvSpPr>
        <p:spPr>
          <a:xfrm>
            <a:off x="838200" y="72000"/>
            <a:ext cx="10515600" cy="720000"/>
          </a:xfrm>
        </p:spPr>
        <p:txBody>
          <a:bodyPr>
            <a:normAutofit/>
          </a:bodyPr>
          <a:lstStyle/>
          <a:p>
            <a:r>
              <a:rPr lang="en-GB" dirty="0">
                <a:solidFill>
                  <a:srgbClr val="FFFFFF"/>
                </a:solidFill>
              </a:rPr>
              <a:t>                New Customer Registration</a:t>
            </a:r>
            <a:endParaRPr lang="en-IN" dirty="0">
              <a:solidFill>
                <a:srgbClr val="FFFFFF"/>
              </a:solidFill>
            </a:endParaRPr>
          </a:p>
        </p:txBody>
      </p:sp>
      <p:sp>
        <p:nvSpPr>
          <p:cNvPr id="3" name="Date Placeholder 2">
            <a:extLst>
              <a:ext uri="{FF2B5EF4-FFF2-40B4-BE49-F238E27FC236}">
                <a16:creationId xmlns:a16="http://schemas.microsoft.com/office/drawing/2014/main" id="{169088F2-7D5D-4124-9C18-E2A5C69FAAC9}"/>
              </a:ext>
            </a:extLst>
          </p:cNvPr>
          <p:cNvSpPr>
            <a:spLocks noGrp="1"/>
          </p:cNvSpPr>
          <p:nvPr>
            <p:ph type="dt" sz="half" idx="10"/>
          </p:nvPr>
        </p:nvSpPr>
        <p:spPr/>
        <p:txBody>
          <a:bodyPr/>
          <a:lstStyle/>
          <a:p>
            <a:r>
              <a:rPr lang="en-US" dirty="0">
                <a:solidFill>
                  <a:srgbClr val="FDF6EC"/>
                </a:solidFill>
              </a:rPr>
              <a:t>10-03-2026</a:t>
            </a:r>
          </a:p>
        </p:txBody>
      </p:sp>
      <p:sp>
        <p:nvSpPr>
          <p:cNvPr id="4" name="Footer Placeholder 3">
            <a:extLst>
              <a:ext uri="{FF2B5EF4-FFF2-40B4-BE49-F238E27FC236}">
                <a16:creationId xmlns:a16="http://schemas.microsoft.com/office/drawing/2014/main" id="{C4635795-28E6-4675-B514-DAF835BE2557}"/>
              </a:ext>
            </a:extLst>
          </p:cNvPr>
          <p:cNvSpPr>
            <a:spLocks noGrp="1"/>
          </p:cNvSpPr>
          <p:nvPr>
            <p:ph type="ftr" sz="quarter" idx="11"/>
          </p:nvPr>
        </p:nvSpPr>
        <p:spPr/>
        <p:txBody>
          <a:bodyPr/>
          <a:lstStyle/>
          <a:p>
            <a:r>
              <a:rPr lang="en-US" dirty="0">
                <a:solidFill>
                  <a:srgbClr val="FDF6EC"/>
                </a:solidFill>
              </a:rPr>
              <a:t>2520090001          Department of CSIT</a:t>
            </a:r>
          </a:p>
        </p:txBody>
      </p:sp>
      <p:sp>
        <p:nvSpPr>
          <p:cNvPr id="5" name="Slide Number Placeholder 4">
            <a:extLst>
              <a:ext uri="{FF2B5EF4-FFF2-40B4-BE49-F238E27FC236}">
                <a16:creationId xmlns:a16="http://schemas.microsoft.com/office/drawing/2014/main" id="{68D9B4AD-E889-43F6-81AA-1CADB28C67C3}"/>
              </a:ext>
            </a:extLst>
          </p:cNvPr>
          <p:cNvSpPr>
            <a:spLocks noGrp="1"/>
          </p:cNvSpPr>
          <p:nvPr>
            <p:ph type="sldNum" sz="quarter" idx="12"/>
          </p:nvPr>
        </p:nvSpPr>
        <p:spPr/>
        <p:txBody>
          <a:bodyPr/>
          <a:lstStyle/>
          <a:p>
            <a:fld id="{B961B71F-4B40-8942-BB88-E0F5C0B46E10}" type="slidenum">
              <a:rPr lang="en-US" smtClean="0">
                <a:solidFill>
                  <a:srgbClr val="FDF6EC"/>
                </a:solidFill>
              </a:rPr>
              <a:t>33</a:t>
            </a:fld>
            <a:endParaRPr lang="en-US">
              <a:solidFill>
                <a:srgbClr val="FDF6EC"/>
              </a:solidFill>
            </a:endParaRPr>
          </a:p>
        </p:txBody>
      </p:sp>
      <p:pic>
        <p:nvPicPr>
          <p:cNvPr id="7" name="Picture 6">
            <a:extLst>
              <a:ext uri="{FF2B5EF4-FFF2-40B4-BE49-F238E27FC236}">
                <a16:creationId xmlns:a16="http://schemas.microsoft.com/office/drawing/2014/main" id="{C4A4F6C5-F363-4A97-B660-C6A29AB2831B}"/>
              </a:ext>
            </a:extLst>
          </p:cNvPr>
          <p:cNvPicPr>
            <a:picLocks noChangeAspect="1"/>
          </p:cNvPicPr>
          <p:nvPr/>
        </p:nvPicPr>
        <p:blipFill>
          <a:blip r:embed="rId2"/>
          <a:stretch>
            <a:fillRect/>
          </a:stretch>
        </p:blipFill>
        <p:spPr>
          <a:xfrm>
            <a:off x="1444297" y="1690688"/>
            <a:ext cx="7821116" cy="4584752"/>
          </a:xfrm>
          <a:prstGeom prst="rect">
            <a:avLst/>
          </a:prstGeom>
        </p:spPr>
      </p:pic>
      <p:pic>
        <p:nvPicPr>
          <p:cNvPr id="16" name="Picture 15" descr="A picture containing shape  Description automatically generated">
            <a:extLst>
              <a:ext uri="{FF2B5EF4-FFF2-40B4-BE49-F238E27FC236}">
                <a16:creationId xmlns:a16="http://schemas.microsoft.com/office/drawing/2014/main" id="{99F3D54A-B76F-4090-ACAE-895F8807C251}"/>
              </a:ext>
            </a:extLst>
          </p:cNvPr>
          <p:cNvPicPr>
            <a:picLocks noChangeAspect="1"/>
          </p:cNvPicPr>
          <p:nvPr/>
        </p:nvPicPr>
        <p:blipFill>
          <a:blip r:embed="rId3"/>
          <a:stretch>
            <a:fillRect/>
          </a:stretch>
        </p:blipFill>
        <p:spPr>
          <a:xfrm>
            <a:off x="30000" y="20001"/>
            <a:ext cx="1725712" cy="979538"/>
          </a:xfrm>
          <a:prstGeom prst="rect">
            <a:avLst/>
          </a:prstGeom>
        </p:spPr>
      </p:pic>
    </p:spTree>
    <p:extLst>
      <p:ext uri="{BB962C8B-B14F-4D97-AF65-F5344CB8AC3E}">
        <p14:creationId xmlns:p14="http://schemas.microsoft.com/office/powerpoint/2010/main" val="29262840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8" name="Title 7"/>
          <p:cNvSpPr>
            <a:spLocks noGrp="1"/>
          </p:cNvSpPr>
          <p:nvPr>
            <p:ph type="title"/>
          </p:nvPr>
        </p:nvSpPr>
        <p:spPr>
          <a:xfrm>
            <a:off x="1180618" y="225977"/>
            <a:ext cx="10173182" cy="624919"/>
          </a:xfrm>
        </p:spPr>
        <p:txBody>
          <a:bodyPr>
            <a:normAutofit fontScale="90000"/>
          </a:bodyPr>
          <a:lstStyle/>
          <a:p>
            <a:pPr algn="ctr"/>
            <a:r>
              <a:rPr lang="en-US" b="1" dirty="0">
                <a:solidFill>
                  <a:srgbClr val="FFFFFF"/>
                </a:solidFill>
              </a:rPr>
              <a:t>Conclusion</a:t>
            </a:r>
          </a:p>
        </p:txBody>
      </p:sp>
      <p:sp>
        <p:nvSpPr>
          <p:cNvPr id="5" name="Date Placeholder 4"/>
          <p:cNvSpPr>
            <a:spLocks noGrp="1"/>
          </p:cNvSpPr>
          <p:nvPr>
            <p:ph type="dt" sz="half" idx="10"/>
          </p:nvPr>
        </p:nvSpPr>
        <p:spPr/>
        <p:txBody>
          <a:bodyPr/>
          <a:lstStyle/>
          <a:p>
            <a:r>
              <a:rPr lang="en-US" dirty="0">
                <a:solidFill>
                  <a:srgbClr val="FDF6EC"/>
                </a:solidFill>
              </a:rPr>
              <a:t>10-03-2026</a:t>
            </a:r>
          </a:p>
        </p:txBody>
      </p:sp>
      <p:sp>
        <p:nvSpPr>
          <p:cNvPr id="6" name="Footer Placeholder 5"/>
          <p:cNvSpPr>
            <a:spLocks noGrp="1"/>
          </p:cNvSpPr>
          <p:nvPr>
            <p:ph type="ftr" sz="quarter" idx="11"/>
          </p:nvPr>
        </p:nvSpPr>
        <p:spPr/>
        <p:txBody>
          <a:bodyPr/>
          <a:lstStyle/>
          <a:p>
            <a:r>
              <a:rPr sz="1200">
                <a:solidFill>
                  <a:srgbClr val="FDF6EC"/>
                </a:solidFill>
                <a:latin typeface="Times New Roman" panose="02020603050405020304"/>
              </a:rPr>
              <a:t>2520090001           Department of CSIT</a:t>
            </a:r>
          </a:p>
        </p:txBody>
      </p:sp>
      <p:sp>
        <p:nvSpPr>
          <p:cNvPr id="7" name="Slide Number Placeholder 6"/>
          <p:cNvSpPr>
            <a:spLocks noGrp="1"/>
          </p:cNvSpPr>
          <p:nvPr>
            <p:ph type="sldNum" sz="quarter" idx="12"/>
          </p:nvPr>
        </p:nvSpPr>
        <p:spPr/>
        <p:txBody>
          <a:bodyPr/>
          <a:lstStyle/>
          <a:p>
            <a:fld id="{B961B71F-4B40-8942-BB88-E0F5C0B46E10}" type="slidenum">
              <a:rPr lang="en-US" smtClean="0">
                <a:solidFill>
                  <a:srgbClr val="FDF6EC"/>
                </a:solidFill>
              </a:rPr>
              <a:t>34</a:t>
            </a:fld>
            <a:endParaRPr lang="en-US">
              <a:solidFill>
                <a:srgbClr val="FDF6EC"/>
              </a:solidFill>
            </a:endParaRPr>
          </a:p>
        </p:txBody>
      </p:sp>
      <p:sp>
        <p:nvSpPr>
          <p:cNvPr id="2" name="Content Placeholder 1">
            <a:extLst>
              <a:ext uri="{FF2B5EF4-FFF2-40B4-BE49-F238E27FC236}">
                <a16:creationId xmlns:a16="http://schemas.microsoft.com/office/drawing/2014/main" id="{AED7A25C-1366-4EA7-936F-32497399A394}"/>
              </a:ext>
            </a:extLst>
          </p:cNvPr>
          <p:cNvSpPr>
            <a:spLocks noGrp="1" noChangeArrowheads="1"/>
          </p:cNvSpPr>
          <p:nvPr>
            <p:ph idx="1"/>
          </p:nvPr>
        </p:nvSpPr>
        <p:spPr bwMode="auto">
          <a:xfrm>
            <a:off x="1093788" y="850896"/>
            <a:ext cx="9749803" cy="5575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Developed a working saree browsing and management system using HTML, CSS, JavaScript and Data Structures concepts.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Customers can browse, search, save to wish-list, and add sarees to cart from multiple Hyderabad stores.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Admins can manage their store sarees by adding, editing, deleting items, and updating stock details.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Data is stored locally using browser local Storage and structured data handling without requiring a server or database.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Identified and fixed an issue where multiple admins could not view their store sarees correctly.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The system works smoothly on desktop browsers and demonstrates practical use of DSA for data management.</a:t>
            </a:r>
          </a:p>
        </p:txBody>
      </p:sp>
      <p:pic>
        <p:nvPicPr>
          <p:cNvPr id="16" name="Picture 15" descr="A picture containing shape  Description automatically generated">
            <a:extLst>
              <a:ext uri="{FF2B5EF4-FFF2-40B4-BE49-F238E27FC236}">
                <a16:creationId xmlns:a16="http://schemas.microsoft.com/office/drawing/2014/main" id="{0B009446-52E7-4783-BF40-799A01E23997}"/>
              </a:ext>
            </a:extLst>
          </p:cNvPr>
          <p:cNvPicPr>
            <a:picLocks noChangeAspect="1"/>
          </p:cNvPicPr>
          <p:nvPr/>
        </p:nvPicPr>
        <p:blipFill>
          <a:blip r:embed="rId2"/>
          <a:stretch>
            <a:fillRect/>
          </a:stretch>
        </p:blipFill>
        <p:spPr>
          <a:xfrm>
            <a:off x="30000" y="20001"/>
            <a:ext cx="1725712" cy="979538"/>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dirty="0"/>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2" name="Title 1">
            <a:extLst>
              <a:ext uri="{FF2B5EF4-FFF2-40B4-BE49-F238E27FC236}">
                <a16:creationId xmlns:a16="http://schemas.microsoft.com/office/drawing/2014/main" id="{17FA6CDB-2814-492E-8E46-509633D7A948}"/>
              </a:ext>
            </a:extLst>
          </p:cNvPr>
          <p:cNvSpPr>
            <a:spLocks noGrp="1"/>
          </p:cNvSpPr>
          <p:nvPr>
            <p:ph type="title"/>
          </p:nvPr>
        </p:nvSpPr>
        <p:spPr>
          <a:xfrm>
            <a:off x="838200" y="0"/>
            <a:ext cx="10515600" cy="752000"/>
          </a:xfrm>
        </p:spPr>
        <p:txBody>
          <a:bodyPr>
            <a:normAutofit/>
          </a:bodyPr>
          <a:lstStyle/>
          <a:p>
            <a:r>
              <a:rPr lang="en-GB" dirty="0"/>
              <a:t>                           </a:t>
            </a:r>
            <a:r>
              <a:rPr lang="en-GB" dirty="0">
                <a:solidFill>
                  <a:schemeClr val="bg1"/>
                </a:solidFill>
              </a:rPr>
              <a:t>Geo Tag Photos</a:t>
            </a:r>
            <a:endParaRPr lang="en-IN" dirty="0">
              <a:solidFill>
                <a:schemeClr val="bg1"/>
              </a:solidFill>
            </a:endParaRPr>
          </a:p>
        </p:txBody>
      </p:sp>
      <p:sp>
        <p:nvSpPr>
          <p:cNvPr id="4" name="Date Placeholder 3">
            <a:extLst>
              <a:ext uri="{FF2B5EF4-FFF2-40B4-BE49-F238E27FC236}">
                <a16:creationId xmlns:a16="http://schemas.microsoft.com/office/drawing/2014/main" id="{181D4F48-ACE6-45CB-A0AA-657FB647CC83}"/>
              </a:ext>
            </a:extLst>
          </p:cNvPr>
          <p:cNvSpPr>
            <a:spLocks noGrp="1"/>
          </p:cNvSpPr>
          <p:nvPr>
            <p:ph type="dt" sz="half" idx="10"/>
          </p:nvPr>
        </p:nvSpPr>
        <p:spPr/>
        <p:txBody>
          <a:bodyPr/>
          <a:lstStyle/>
          <a:p>
            <a:r>
              <a:rPr lang="en-IN" dirty="0">
                <a:solidFill>
                  <a:srgbClr val="FDF6EC"/>
                </a:solidFill>
              </a:rPr>
              <a:t>10-03-2026</a:t>
            </a:r>
            <a:endParaRPr lang="en-US" dirty="0">
              <a:solidFill>
                <a:srgbClr val="FDF6EC"/>
              </a:solidFill>
            </a:endParaRPr>
          </a:p>
        </p:txBody>
      </p:sp>
      <p:sp>
        <p:nvSpPr>
          <p:cNvPr id="5" name="Footer Placeholder 4">
            <a:extLst>
              <a:ext uri="{FF2B5EF4-FFF2-40B4-BE49-F238E27FC236}">
                <a16:creationId xmlns:a16="http://schemas.microsoft.com/office/drawing/2014/main" id="{01C07698-41C8-4665-B02F-94D0A2FE9569}"/>
              </a:ext>
            </a:extLst>
          </p:cNvPr>
          <p:cNvSpPr>
            <a:spLocks noGrp="1"/>
          </p:cNvSpPr>
          <p:nvPr>
            <p:ph type="ftr" sz="quarter" idx="11"/>
          </p:nvPr>
        </p:nvSpPr>
        <p:spPr/>
        <p:txBody>
          <a:bodyPr/>
          <a:lstStyle/>
          <a:p>
            <a:r>
              <a:rPr lang="en-US" dirty="0">
                <a:solidFill>
                  <a:srgbClr val="FDF6EC"/>
                </a:solidFill>
              </a:rPr>
              <a:t>2520090001           Department of CSIT</a:t>
            </a:r>
          </a:p>
        </p:txBody>
      </p:sp>
      <p:sp>
        <p:nvSpPr>
          <p:cNvPr id="6" name="Slide Number Placeholder 5">
            <a:extLst>
              <a:ext uri="{FF2B5EF4-FFF2-40B4-BE49-F238E27FC236}">
                <a16:creationId xmlns:a16="http://schemas.microsoft.com/office/drawing/2014/main" id="{FEE42708-07C2-4049-9D4E-D3357E27B297}"/>
              </a:ext>
            </a:extLst>
          </p:cNvPr>
          <p:cNvSpPr>
            <a:spLocks noGrp="1"/>
          </p:cNvSpPr>
          <p:nvPr>
            <p:ph type="sldNum" sz="quarter" idx="12"/>
          </p:nvPr>
        </p:nvSpPr>
        <p:spPr/>
        <p:txBody>
          <a:bodyPr/>
          <a:lstStyle/>
          <a:p>
            <a:fld id="{B961B71F-4B40-8942-BB88-E0F5C0B46E10}" type="slidenum">
              <a:rPr lang="en-US" smtClean="0">
                <a:solidFill>
                  <a:srgbClr val="FDF6EC"/>
                </a:solidFill>
              </a:rPr>
              <a:t>35</a:t>
            </a:fld>
            <a:endParaRPr lang="en-US">
              <a:solidFill>
                <a:srgbClr val="FDF6EC"/>
              </a:solidFill>
            </a:endParaRPr>
          </a:p>
        </p:txBody>
      </p:sp>
      <p:pic>
        <p:nvPicPr>
          <p:cNvPr id="7" name="Picture 6">
            <a:extLst>
              <a:ext uri="{FF2B5EF4-FFF2-40B4-BE49-F238E27FC236}">
                <a16:creationId xmlns:a16="http://schemas.microsoft.com/office/drawing/2014/main" id="{63358CFC-7A48-4909-8628-45AE51B978F1}"/>
              </a:ext>
            </a:extLst>
          </p:cNvPr>
          <p:cNvPicPr>
            <a:picLocks noChangeAspect="1"/>
          </p:cNvPicPr>
          <p:nvPr/>
        </p:nvPicPr>
        <p:blipFill>
          <a:blip r:embed="rId2"/>
          <a:stretch>
            <a:fillRect/>
          </a:stretch>
        </p:blipFill>
        <p:spPr>
          <a:xfrm>
            <a:off x="834189" y="1232034"/>
            <a:ext cx="4233712" cy="4740442"/>
          </a:xfrm>
          <a:prstGeom prst="rect">
            <a:avLst/>
          </a:prstGeom>
        </p:spPr>
      </p:pic>
      <p:pic>
        <p:nvPicPr>
          <p:cNvPr id="9" name="Picture 8">
            <a:extLst>
              <a:ext uri="{FF2B5EF4-FFF2-40B4-BE49-F238E27FC236}">
                <a16:creationId xmlns:a16="http://schemas.microsoft.com/office/drawing/2014/main" id="{2E2A093F-63DC-4AE0-8080-4A003E8126D4}"/>
              </a:ext>
            </a:extLst>
          </p:cNvPr>
          <p:cNvPicPr>
            <a:picLocks noChangeAspect="1"/>
          </p:cNvPicPr>
          <p:nvPr/>
        </p:nvPicPr>
        <p:blipFill>
          <a:blip r:embed="rId3"/>
          <a:stretch>
            <a:fillRect/>
          </a:stretch>
        </p:blipFill>
        <p:spPr>
          <a:xfrm>
            <a:off x="6844967" y="1232034"/>
            <a:ext cx="4233712" cy="4807819"/>
          </a:xfrm>
          <a:prstGeom prst="rect">
            <a:avLst/>
          </a:prstGeom>
        </p:spPr>
      </p:pic>
      <p:pic>
        <p:nvPicPr>
          <p:cNvPr id="19" name="Picture 18" descr="A picture containing shape  Description automatically generated">
            <a:extLst>
              <a:ext uri="{FF2B5EF4-FFF2-40B4-BE49-F238E27FC236}">
                <a16:creationId xmlns:a16="http://schemas.microsoft.com/office/drawing/2014/main" id="{2B4324CA-CF1C-4F1D-920C-314A93BF23C3}"/>
              </a:ext>
            </a:extLst>
          </p:cNvPr>
          <p:cNvPicPr>
            <a:picLocks noChangeAspect="1"/>
          </p:cNvPicPr>
          <p:nvPr/>
        </p:nvPicPr>
        <p:blipFill>
          <a:blip r:embed="rId4"/>
          <a:stretch>
            <a:fillRect/>
          </a:stretch>
        </p:blipFill>
        <p:spPr>
          <a:xfrm>
            <a:off x="30000" y="20001"/>
            <a:ext cx="1725712" cy="979538"/>
          </a:xfrm>
          <a:prstGeom prst="rect">
            <a:avLst/>
          </a:prstGeom>
        </p:spPr>
      </p:pic>
    </p:spTree>
    <p:extLst>
      <p:ext uri="{BB962C8B-B14F-4D97-AF65-F5344CB8AC3E}">
        <p14:creationId xmlns:p14="http://schemas.microsoft.com/office/powerpoint/2010/main" val="38512575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4" name="Date Placeholder 3">
            <a:extLst>
              <a:ext uri="{FF2B5EF4-FFF2-40B4-BE49-F238E27FC236}">
                <a16:creationId xmlns:a16="http://schemas.microsoft.com/office/drawing/2014/main" id="{C453765F-A7CC-426E-9C73-5EE0493A70E5}"/>
              </a:ext>
            </a:extLst>
          </p:cNvPr>
          <p:cNvSpPr>
            <a:spLocks noGrp="1"/>
          </p:cNvSpPr>
          <p:nvPr>
            <p:ph type="dt" sz="half" idx="10"/>
          </p:nvPr>
        </p:nvSpPr>
        <p:spPr/>
        <p:txBody>
          <a:bodyPr/>
          <a:lstStyle/>
          <a:p>
            <a:r>
              <a:rPr lang="en-US" dirty="0">
                <a:solidFill>
                  <a:srgbClr val="FDF6EC"/>
                </a:solidFill>
              </a:rPr>
              <a:t>10-03-2026</a:t>
            </a:r>
          </a:p>
        </p:txBody>
      </p:sp>
      <p:sp>
        <p:nvSpPr>
          <p:cNvPr id="5" name="Footer Placeholder 4">
            <a:extLst>
              <a:ext uri="{FF2B5EF4-FFF2-40B4-BE49-F238E27FC236}">
                <a16:creationId xmlns:a16="http://schemas.microsoft.com/office/drawing/2014/main" id="{D57FFE85-6D8E-4603-83E9-3F0C60C94074}"/>
              </a:ext>
            </a:extLst>
          </p:cNvPr>
          <p:cNvSpPr>
            <a:spLocks noGrp="1"/>
          </p:cNvSpPr>
          <p:nvPr>
            <p:ph type="ftr" sz="quarter" idx="11"/>
          </p:nvPr>
        </p:nvSpPr>
        <p:spPr/>
        <p:txBody>
          <a:bodyPr/>
          <a:lstStyle/>
          <a:p>
            <a:r>
              <a:rPr lang="en-US" dirty="0">
                <a:solidFill>
                  <a:srgbClr val="FDF6EC"/>
                </a:solidFill>
              </a:rPr>
              <a:t>2520090001       Department of CSIT</a:t>
            </a:r>
          </a:p>
        </p:txBody>
      </p:sp>
      <p:sp>
        <p:nvSpPr>
          <p:cNvPr id="6" name="Slide Number Placeholder 5">
            <a:extLst>
              <a:ext uri="{FF2B5EF4-FFF2-40B4-BE49-F238E27FC236}">
                <a16:creationId xmlns:a16="http://schemas.microsoft.com/office/drawing/2014/main" id="{0852DA89-E2B6-4CA6-91DB-F0F61B272366}"/>
              </a:ext>
            </a:extLst>
          </p:cNvPr>
          <p:cNvSpPr>
            <a:spLocks noGrp="1"/>
          </p:cNvSpPr>
          <p:nvPr>
            <p:ph type="sldNum" sz="quarter" idx="12"/>
          </p:nvPr>
        </p:nvSpPr>
        <p:spPr/>
        <p:txBody>
          <a:bodyPr/>
          <a:lstStyle/>
          <a:p>
            <a:fld id="{B961B71F-4B40-8942-BB88-E0F5C0B46E10}" type="slidenum">
              <a:rPr lang="en-US" smtClean="0">
                <a:solidFill>
                  <a:srgbClr val="FDF6EC"/>
                </a:solidFill>
              </a:rPr>
              <a:t>36</a:t>
            </a:fld>
            <a:endParaRPr lang="en-US">
              <a:solidFill>
                <a:srgbClr val="FDF6EC"/>
              </a:solidFill>
            </a:endParaRPr>
          </a:p>
        </p:txBody>
      </p:sp>
      <p:pic>
        <p:nvPicPr>
          <p:cNvPr id="8" name="Picture 7">
            <a:extLst>
              <a:ext uri="{FF2B5EF4-FFF2-40B4-BE49-F238E27FC236}">
                <a16:creationId xmlns:a16="http://schemas.microsoft.com/office/drawing/2014/main" id="{713CCC93-564C-4D67-A64D-B8BF959CABE6}"/>
              </a:ext>
            </a:extLst>
          </p:cNvPr>
          <p:cNvPicPr>
            <a:picLocks noChangeAspect="1"/>
          </p:cNvPicPr>
          <p:nvPr/>
        </p:nvPicPr>
        <p:blipFill>
          <a:blip r:embed="rId2"/>
          <a:stretch>
            <a:fillRect/>
          </a:stretch>
        </p:blipFill>
        <p:spPr>
          <a:xfrm>
            <a:off x="3536482" y="973651"/>
            <a:ext cx="4616918" cy="5186517"/>
          </a:xfrm>
          <a:prstGeom prst="rect">
            <a:avLst/>
          </a:prstGeom>
        </p:spPr>
      </p:pic>
      <p:pic>
        <p:nvPicPr>
          <p:cNvPr id="15" name="Picture 14" descr="A picture containing shape  Description automatically generated">
            <a:extLst>
              <a:ext uri="{FF2B5EF4-FFF2-40B4-BE49-F238E27FC236}">
                <a16:creationId xmlns:a16="http://schemas.microsoft.com/office/drawing/2014/main" id="{1C206824-2629-4C92-B05E-EC66BF66A3DF}"/>
              </a:ext>
            </a:extLst>
          </p:cNvPr>
          <p:cNvPicPr>
            <a:picLocks noChangeAspect="1"/>
          </p:cNvPicPr>
          <p:nvPr/>
        </p:nvPicPr>
        <p:blipFill>
          <a:blip r:embed="rId3"/>
          <a:stretch>
            <a:fillRect/>
          </a:stretch>
        </p:blipFill>
        <p:spPr>
          <a:xfrm>
            <a:off x="30000" y="20001"/>
            <a:ext cx="1725712" cy="979538"/>
          </a:xfrm>
          <a:prstGeom prst="rect">
            <a:avLst/>
          </a:prstGeom>
        </p:spPr>
      </p:pic>
    </p:spTree>
    <p:extLst>
      <p:ext uri="{BB962C8B-B14F-4D97-AF65-F5344CB8AC3E}">
        <p14:creationId xmlns:p14="http://schemas.microsoft.com/office/powerpoint/2010/main" val="42147061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LeftBar"/>
          <p:cNvSpPr>
            <a:spLocks noGrp="1"/>
          </p:cNvSpPr>
          <p:nvPr/>
        </p:nvSpPr>
        <p:spPr>
          <a:xfrm>
            <a:off x="0" y="0"/>
            <a:ext cx="60000" cy="6858000"/>
          </a:xfrm>
          <a:prstGeom prst="rect">
            <a:avLst/>
          </a:prstGeom>
          <a:solidFill>
            <a:srgbClr val="7B1830"/>
          </a:solidFill>
          <a:ln>
            <a:noFill/>
          </a:ln>
        </p:spPr>
        <p:txBody>
          <a:bodyPr/>
          <a:lstStyle/>
          <a:p>
            <a:endParaRPr/>
          </a:p>
        </p:txBody>
      </p:sp>
      <p:sp>
        <p:nvSpPr>
          <p:cNvPr id="9903" name="BG_TitleBg"/>
          <p:cNvSpPr>
            <a:spLocks noGrp="1"/>
          </p:cNvSpPr>
          <p:nvPr/>
        </p:nvSpPr>
        <p:spPr>
          <a:xfrm>
            <a:off x="60000" y="0"/>
            <a:ext cx="12132000" cy="720000"/>
          </a:xfrm>
          <a:prstGeom prst="rect">
            <a:avLst/>
          </a:prstGeom>
          <a:solidFill>
            <a:srgbClr val="7B1830"/>
          </a:solidFill>
          <a:ln>
            <a:noFill/>
          </a:ln>
        </p:spPr>
        <p:txBody>
          <a:bodyPr/>
          <a:lstStyle/>
          <a:p>
            <a:endParaRPr/>
          </a:p>
        </p:txBody>
      </p:sp>
      <p:sp>
        <p:nvSpPr>
          <p:cNvPr id="9904" name="BG_GoldDiv"/>
          <p:cNvSpPr>
            <a:spLocks noGrp="1"/>
          </p:cNvSpPr>
          <p:nvPr/>
        </p:nvSpPr>
        <p:spPr>
          <a:xfrm>
            <a:off x="60000" y="720000"/>
            <a:ext cx="12132000" cy="52000"/>
          </a:xfrm>
          <a:prstGeom prst="rect">
            <a:avLst/>
          </a:prstGeom>
          <a:solidFill>
            <a:srgbClr val="C9A84C"/>
          </a:solidFill>
          <a:ln>
            <a:noFill/>
          </a:ln>
        </p:spPr>
        <p:txBody>
          <a:bodyPr/>
          <a:lstStyle/>
          <a:p>
            <a:endParaRPr/>
          </a:p>
        </p:txBody>
      </p:sp>
      <p:sp>
        <p:nvSpPr>
          <p:cNvPr id="9905" name="BG_GoldDiv2"/>
          <p:cNvSpPr>
            <a:spLocks noGrp="1"/>
          </p:cNvSpPr>
          <p:nvPr/>
        </p:nvSpPr>
        <p:spPr>
          <a:xfrm>
            <a:off x="60000" y="772000"/>
            <a:ext cx="12132000" cy="20000"/>
          </a:xfrm>
          <a:prstGeom prst="rect">
            <a:avLst/>
          </a:prstGeom>
          <a:solidFill>
            <a:srgbClr val="E8C96A"/>
          </a:solidFill>
          <a:ln>
            <a:noFill/>
          </a:ln>
        </p:spPr>
        <p:txBody>
          <a:bodyPr/>
          <a:lstStyle/>
          <a:p>
            <a:endParaRPr/>
          </a:p>
        </p:txBody>
      </p:sp>
      <p:sp>
        <p:nvSpPr>
          <p:cNvPr id="9906" name="BG_FootBand"/>
          <p:cNvSpPr>
            <a:spLocks noGrp="1"/>
          </p:cNvSpPr>
          <p:nvPr/>
        </p:nvSpPr>
        <p:spPr>
          <a:xfrm>
            <a:off x="0" y="6428000"/>
            <a:ext cx="12192000" cy="430000"/>
          </a:xfrm>
          <a:prstGeom prst="rect">
            <a:avLst/>
          </a:prstGeom>
          <a:solidFill>
            <a:srgbClr val="5C0E1F"/>
          </a:solidFill>
          <a:ln>
            <a:noFill/>
          </a:ln>
        </p:spPr>
        <p:txBody>
          <a:bodyPr/>
          <a:lstStyle/>
          <a:p>
            <a:endParaRPr/>
          </a:p>
        </p:txBody>
      </p:sp>
      <p:sp>
        <p:nvSpPr>
          <p:cNvPr id="9907" name="BG_FootGold"/>
          <p:cNvSpPr>
            <a:spLocks noGrp="1"/>
          </p:cNvSpPr>
          <p:nvPr/>
        </p:nvSpPr>
        <p:spPr>
          <a:xfrm>
            <a:off x="0" y="6388000"/>
            <a:ext cx="12192000" cy="45000"/>
          </a:xfrm>
          <a:prstGeom prst="rect">
            <a:avLst/>
          </a:prstGeom>
          <a:solidFill>
            <a:srgbClr val="C9A84C"/>
          </a:solidFill>
          <a:ln>
            <a:noFill/>
          </a:ln>
        </p:spPr>
        <p:txBody>
          <a:bodyPr/>
          <a:lstStyle/>
          <a:p>
            <a:endParaRPr/>
          </a:p>
        </p:txBody>
      </p:sp>
      <p:sp>
        <p:nvSpPr>
          <p:cNvPr id="9908" name="BG_FootGold2"/>
          <p:cNvSpPr>
            <a:spLocks noGrp="1"/>
          </p:cNvSpPr>
          <p:nvPr/>
        </p:nvSpPr>
        <p:spPr>
          <a:xfrm>
            <a:off x="0" y="6368000"/>
            <a:ext cx="12192000" cy="22000"/>
          </a:xfrm>
          <a:prstGeom prst="rect">
            <a:avLst/>
          </a:prstGeom>
          <a:solidFill>
            <a:srgbClr val="E8C96A"/>
          </a:solidFill>
          <a:ln>
            <a:noFill/>
          </a:ln>
        </p:spPr>
        <p:txBody>
          <a:bodyPr/>
          <a:lstStyle/>
          <a:p>
            <a:endParaRPr/>
          </a:p>
        </p:txBody>
      </p:sp>
      <p:sp>
        <p:nvSpPr>
          <p:cNvPr id="9909" name="BG_RightAccent"/>
          <p:cNvSpPr>
            <a:spLocks noGrp="1"/>
          </p:cNvSpPr>
          <p:nvPr/>
        </p:nvSpPr>
        <p:spPr>
          <a:xfrm>
            <a:off x="12184000" y="0"/>
            <a:ext cx="8000" cy="6858000"/>
          </a:xfrm>
          <a:prstGeom prst="rect">
            <a:avLst/>
          </a:prstGeom>
          <a:solidFill>
            <a:srgbClr val="7B1830">
              <a:alpha val="70000"/>
            </a:srgbClr>
          </a:solidFill>
          <a:ln>
            <a:noFill/>
          </a:ln>
        </p:spPr>
        <p:txBody>
          <a:bodyPr/>
          <a:lstStyle/>
          <a:p>
            <a:endParaRPr/>
          </a:p>
        </p:txBody>
      </p:sp>
      <p:sp>
        <p:nvSpPr>
          <p:cNvPr id="2" name="Title 1"/>
          <p:cNvSpPr>
            <a:spLocks noGrp="1"/>
          </p:cNvSpPr>
          <p:nvPr>
            <p:ph type="title"/>
          </p:nvPr>
        </p:nvSpPr>
        <p:spPr>
          <a:xfrm>
            <a:off x="838200" y="52001"/>
            <a:ext cx="10515600" cy="720000"/>
          </a:xfrm>
        </p:spPr>
        <p:txBody>
          <a:bodyPr>
            <a:normAutofit/>
          </a:bodyPr>
          <a:lstStyle/>
          <a:p>
            <a:r>
              <a:rPr lang="en-GB" sz="3200" b="1" dirty="0">
                <a:solidFill>
                  <a:srgbClr val="FFFFFF"/>
                </a:solidFill>
                <a:latin typeface="Times New Roman" panose="02020603050405020304"/>
              </a:rPr>
              <a:t>                                        </a:t>
            </a:r>
            <a:r>
              <a:rPr sz="3200" b="1" dirty="0">
                <a:solidFill>
                  <a:srgbClr val="FFFFFF"/>
                </a:solidFill>
                <a:latin typeface="Times New Roman" panose="02020603050405020304"/>
              </a:rPr>
              <a:t>References</a:t>
            </a:r>
          </a:p>
        </p:txBody>
      </p:sp>
      <p:sp>
        <p:nvSpPr>
          <p:cNvPr id="4" name="Date Placeholder 3"/>
          <p:cNvSpPr>
            <a:spLocks noGrp="1"/>
          </p:cNvSpPr>
          <p:nvPr>
            <p:ph type="dt" sz="half" idx="10"/>
          </p:nvPr>
        </p:nvSpPr>
        <p:spPr/>
        <p:txBody>
          <a:bodyPr/>
          <a:lstStyle/>
          <a:p>
            <a:r>
              <a:rPr lang="en-US" dirty="0">
                <a:solidFill>
                  <a:srgbClr val="FDF6EC"/>
                </a:solidFill>
              </a:rPr>
              <a:t>10-03-2026</a:t>
            </a:r>
          </a:p>
        </p:txBody>
      </p:sp>
      <p:sp>
        <p:nvSpPr>
          <p:cNvPr id="5" name="Footer Placeholder 4"/>
          <p:cNvSpPr>
            <a:spLocks noGrp="1"/>
          </p:cNvSpPr>
          <p:nvPr>
            <p:ph type="ftr" sz="quarter" idx="11"/>
          </p:nvPr>
        </p:nvSpPr>
        <p:spPr/>
        <p:txBody>
          <a:bodyPr/>
          <a:lstStyle/>
          <a:p>
            <a:r>
              <a:rPr sz="1200">
                <a:solidFill>
                  <a:srgbClr val="FDF6EC"/>
                </a:solidFill>
                <a:latin typeface="Times New Roman" panose="02020603050405020304"/>
              </a:rPr>
              <a:t>2520090001           Department of CSIT</a:t>
            </a:r>
          </a:p>
        </p:txBody>
      </p:sp>
      <p:sp>
        <p:nvSpPr>
          <p:cNvPr id="6" name="Slide Number Placeholder 5"/>
          <p:cNvSpPr>
            <a:spLocks noGrp="1"/>
          </p:cNvSpPr>
          <p:nvPr>
            <p:ph type="sldNum" sz="quarter" idx="12"/>
          </p:nvPr>
        </p:nvSpPr>
        <p:spPr/>
        <p:txBody>
          <a:bodyPr/>
          <a:lstStyle/>
          <a:p>
            <a:fld id="{B961B71F-4B40-8942-BB88-E0F5C0B46E10}" type="slidenum">
              <a:rPr lang="en-US" smtClean="0">
                <a:solidFill>
                  <a:srgbClr val="FDF6EC"/>
                </a:solidFill>
              </a:rPr>
              <a:t>37</a:t>
            </a:fld>
            <a:endParaRPr lang="en-US">
              <a:solidFill>
                <a:srgbClr val="FDF6EC"/>
              </a:solidFill>
            </a:endParaRPr>
          </a:p>
        </p:txBody>
      </p:sp>
      <p:sp>
        <p:nvSpPr>
          <p:cNvPr id="7" name="Rectangle 1">
            <a:extLst>
              <a:ext uri="{FF2B5EF4-FFF2-40B4-BE49-F238E27FC236}">
                <a16:creationId xmlns:a16="http://schemas.microsoft.com/office/drawing/2014/main" id="{755DB5FA-7D18-49B8-8BA4-1A6C3077F875}"/>
              </a:ext>
            </a:extLst>
          </p:cNvPr>
          <p:cNvSpPr>
            <a:spLocks noGrp="1" noChangeArrowheads="1"/>
          </p:cNvSpPr>
          <p:nvPr>
            <p:ph idx="1"/>
          </p:nvPr>
        </p:nvSpPr>
        <p:spPr bwMode="auto">
          <a:xfrm>
            <a:off x="1492250" y="1503855"/>
            <a:ext cx="9122741" cy="4651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MDN Web Docs – HTML5, CSS3, and JavaScript Documentation: </a:t>
            </a:r>
            <a:r>
              <a:rPr kumimoji="0" lang="en-US" altLang="en-US" sz="2000" b="0" i="0" u="none" strike="noStrike" cap="none" normalizeH="0" baseline="0" dirty="0">
                <a:ln>
                  <a:noFill/>
                </a:ln>
                <a:solidFill>
                  <a:schemeClr val="tx1"/>
                </a:solidFill>
                <a:effectLst/>
                <a:latin typeface="Arial" panose="020B0604020202020204" pitchFamily="34" charset="0"/>
                <a:hlinkClick r:id="rId2"/>
              </a:rPr>
              <a:t>https://developer.mozilla.org</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W3Schools – HTML, CSS, JavaScript and Web Development Tutorials: </a:t>
            </a:r>
            <a:r>
              <a:rPr kumimoji="0" lang="en-US" altLang="en-US" sz="2000" b="0" i="0" u="none" strike="noStrike" cap="none" normalizeH="0" baseline="0" dirty="0">
                <a:ln>
                  <a:noFill/>
                </a:ln>
                <a:solidFill>
                  <a:schemeClr val="tx1"/>
                </a:solidFill>
                <a:effectLst/>
                <a:latin typeface="Arial" panose="020B0604020202020204" pitchFamily="34" charset="0"/>
                <a:hlinkClick r:id="rId3"/>
              </a:rPr>
              <a:t>https://www.w3schools.com</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JavaScript.info – JavaScript Learning Guide: </a:t>
            </a:r>
            <a:r>
              <a:rPr kumimoji="0" lang="en-US" altLang="en-US" sz="2000" b="0" i="0" u="none" strike="noStrike" cap="none" normalizeH="0" baseline="0" dirty="0">
                <a:ln>
                  <a:noFill/>
                </a:ln>
                <a:solidFill>
                  <a:schemeClr val="tx1"/>
                </a:solidFill>
                <a:effectLst/>
                <a:latin typeface="Arial" panose="020B0604020202020204" pitchFamily="34" charset="0"/>
                <a:hlinkClick r:id="rId4"/>
              </a:rPr>
              <a:t>https://javascript.info</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Arial" panose="020B0604020202020204" pitchFamily="34" charset="0"/>
              </a:rPr>
              <a:t>GeeksforGeeks</a:t>
            </a:r>
            <a:r>
              <a:rPr kumimoji="0" lang="en-US" altLang="en-US" sz="2000" b="0" i="0" u="none" strike="noStrike" cap="none" normalizeH="0" baseline="0" dirty="0">
                <a:ln>
                  <a:noFill/>
                </a:ln>
                <a:solidFill>
                  <a:schemeClr val="tx1"/>
                </a:solidFill>
                <a:effectLst/>
                <a:latin typeface="Arial" panose="020B0604020202020204" pitchFamily="34" charset="0"/>
              </a:rPr>
              <a:t> – Data Structures and Algorithms Concepts: </a:t>
            </a:r>
            <a:r>
              <a:rPr kumimoji="0" lang="en-US" altLang="en-US" sz="2000" b="0" i="0" u="none" strike="noStrike" cap="none" normalizeH="0" baseline="0" dirty="0">
                <a:ln>
                  <a:noFill/>
                </a:ln>
                <a:solidFill>
                  <a:schemeClr val="tx1"/>
                </a:solidFill>
                <a:effectLst/>
                <a:latin typeface="Arial" panose="020B0604020202020204" pitchFamily="34" charset="0"/>
                <a:hlinkClick r:id="rId5"/>
              </a:rPr>
              <a:t>https://www.geeksforgeeks.org</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Arial" panose="020B0604020202020204" pitchFamily="34" charset="0"/>
              </a:rPr>
              <a:t>Programiz</a:t>
            </a:r>
            <a:r>
              <a:rPr kumimoji="0" lang="en-US" altLang="en-US" sz="2000" b="0" i="0" u="none" strike="noStrike" cap="none" normalizeH="0" baseline="0" dirty="0">
                <a:ln>
                  <a:noFill/>
                </a:ln>
                <a:solidFill>
                  <a:schemeClr val="tx1"/>
                </a:solidFill>
                <a:effectLst/>
                <a:latin typeface="Arial" panose="020B0604020202020204" pitchFamily="34" charset="0"/>
              </a:rPr>
              <a:t> – Data Structures and Algorithms Tutorials: </a:t>
            </a:r>
            <a:r>
              <a:rPr kumimoji="0" lang="en-US" altLang="en-US" sz="2000" b="0" i="0" u="none" strike="noStrike" cap="none" normalizeH="0" baseline="0" dirty="0">
                <a:ln>
                  <a:noFill/>
                </a:ln>
                <a:solidFill>
                  <a:schemeClr val="tx1"/>
                </a:solidFill>
                <a:effectLst/>
                <a:latin typeface="Arial" panose="020B0604020202020204" pitchFamily="34" charset="0"/>
                <a:hlinkClick r:id="rId6"/>
              </a:rPr>
              <a:t>https://www.programiz.com</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Project README – </a:t>
            </a:r>
            <a:r>
              <a:rPr kumimoji="0" lang="en-US" altLang="en-US" sz="2000" b="0" i="0" u="none" strike="noStrike" cap="none" normalizeH="0" baseline="0" dirty="0" err="1">
                <a:ln>
                  <a:noFill/>
                </a:ln>
                <a:solidFill>
                  <a:schemeClr val="tx1"/>
                </a:solidFill>
                <a:effectLst/>
                <a:latin typeface="Arial" panose="020B0604020202020204" pitchFamily="34" charset="0"/>
              </a:rPr>
              <a:t>PreSareeFinder</a:t>
            </a:r>
            <a:r>
              <a:rPr kumimoji="0" lang="en-US" altLang="en-US" sz="2000" b="0" i="0" u="none" strike="noStrike" cap="none" normalizeH="0" baseline="0" dirty="0">
                <a:ln>
                  <a:noFill/>
                </a:ln>
                <a:solidFill>
                  <a:schemeClr val="tx1"/>
                </a:solidFill>
                <a:effectLst/>
                <a:latin typeface="Arial" panose="020B0604020202020204" pitchFamily="34" charset="0"/>
              </a:rPr>
              <a:t> Documentation (Internal Reference)</a:t>
            </a:r>
          </a:p>
        </p:txBody>
      </p:sp>
      <p:pic>
        <p:nvPicPr>
          <p:cNvPr id="16" name="Picture 15" descr="A picture containing shape  Description automatically generated">
            <a:extLst>
              <a:ext uri="{FF2B5EF4-FFF2-40B4-BE49-F238E27FC236}">
                <a16:creationId xmlns:a16="http://schemas.microsoft.com/office/drawing/2014/main" id="{5AAA86EE-F4D9-4992-8DE0-E8B0D12D2988}"/>
              </a:ext>
            </a:extLst>
          </p:cNvPr>
          <p:cNvPicPr>
            <a:picLocks noChangeAspect="1"/>
          </p:cNvPicPr>
          <p:nvPr/>
        </p:nvPicPr>
        <p:blipFill>
          <a:blip r:embed="rId7"/>
          <a:stretch>
            <a:fillRect/>
          </a:stretch>
        </p:blipFill>
        <p:spPr>
          <a:xfrm>
            <a:off x="30000" y="20001"/>
            <a:ext cx="1725712" cy="979538"/>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AF4EB"/>
        </a:solidFill>
        <a:effectLst/>
      </p:bgPr>
    </p:bg>
    <p:spTree>
      <p:nvGrpSpPr>
        <p:cNvPr id="1" name=""/>
        <p:cNvGrpSpPr/>
        <p:nvPr/>
      </p:nvGrpSpPr>
      <p:grpSpPr>
        <a:xfrm>
          <a:off x="0" y="0"/>
          <a:ext cx="0" cy="0"/>
          <a:chOff x="0" y="0"/>
          <a:chExt cx="0" cy="0"/>
        </a:xfrm>
      </p:grpSpPr>
      <p:sp>
        <p:nvSpPr>
          <p:cNvPr id="9901" name="BG_Base"/>
          <p:cNvSpPr>
            <a:spLocks noGrp="1"/>
          </p:cNvSpPr>
          <p:nvPr/>
        </p:nvSpPr>
        <p:spPr>
          <a:xfrm>
            <a:off x="0" y="0"/>
            <a:ext cx="12192000" cy="6858000"/>
          </a:xfrm>
          <a:prstGeom prst="rect">
            <a:avLst/>
          </a:prstGeom>
          <a:solidFill>
            <a:srgbClr val="FAF4EB"/>
          </a:solidFill>
          <a:ln>
            <a:noFill/>
          </a:ln>
        </p:spPr>
        <p:txBody>
          <a:bodyPr/>
          <a:lstStyle/>
          <a:p>
            <a:endParaRPr/>
          </a:p>
        </p:txBody>
      </p:sp>
      <p:sp>
        <p:nvSpPr>
          <p:cNvPr id="9902" name="BG_TopBand"/>
          <p:cNvSpPr>
            <a:spLocks noGrp="1"/>
          </p:cNvSpPr>
          <p:nvPr/>
        </p:nvSpPr>
        <p:spPr>
          <a:xfrm>
            <a:off x="0" y="0"/>
            <a:ext cx="12192000" cy="800000"/>
          </a:xfrm>
          <a:prstGeom prst="rect">
            <a:avLst/>
          </a:prstGeom>
          <a:solidFill>
            <a:srgbClr val="5C0E1F"/>
          </a:solidFill>
          <a:ln>
            <a:noFill/>
          </a:ln>
        </p:spPr>
        <p:txBody>
          <a:bodyPr/>
          <a:lstStyle/>
          <a:p>
            <a:endParaRPr/>
          </a:p>
        </p:txBody>
      </p:sp>
      <p:sp>
        <p:nvSpPr>
          <p:cNvPr id="9903" name="BG_GoldTop"/>
          <p:cNvSpPr>
            <a:spLocks noGrp="1"/>
          </p:cNvSpPr>
          <p:nvPr/>
        </p:nvSpPr>
        <p:spPr>
          <a:xfrm>
            <a:off x="0" y="800000"/>
            <a:ext cx="12192000" cy="55000"/>
          </a:xfrm>
          <a:prstGeom prst="rect">
            <a:avLst/>
          </a:prstGeom>
          <a:solidFill>
            <a:srgbClr val="C9A84C"/>
          </a:solidFill>
          <a:ln>
            <a:noFill/>
          </a:ln>
        </p:spPr>
        <p:txBody>
          <a:bodyPr/>
          <a:lstStyle/>
          <a:p>
            <a:endParaRPr/>
          </a:p>
        </p:txBody>
      </p:sp>
      <p:sp>
        <p:nvSpPr>
          <p:cNvPr id="9904" name="BG_SubGold"/>
          <p:cNvSpPr>
            <a:spLocks noGrp="1"/>
          </p:cNvSpPr>
          <p:nvPr/>
        </p:nvSpPr>
        <p:spPr>
          <a:xfrm>
            <a:off x="0" y="855000"/>
            <a:ext cx="12192000" cy="25000"/>
          </a:xfrm>
          <a:prstGeom prst="rect">
            <a:avLst/>
          </a:prstGeom>
          <a:solidFill>
            <a:srgbClr val="E8C96A"/>
          </a:solidFill>
          <a:ln>
            <a:noFill/>
          </a:ln>
        </p:spPr>
        <p:txBody>
          <a:bodyPr/>
          <a:lstStyle/>
          <a:p>
            <a:endParaRPr/>
          </a:p>
        </p:txBody>
      </p:sp>
      <p:sp>
        <p:nvSpPr>
          <p:cNvPr id="9905" name="BG_BotBand"/>
          <p:cNvSpPr>
            <a:spLocks noGrp="1"/>
          </p:cNvSpPr>
          <p:nvPr/>
        </p:nvSpPr>
        <p:spPr>
          <a:xfrm>
            <a:off x="0" y="6158000"/>
            <a:ext cx="12192000" cy="700000"/>
          </a:xfrm>
          <a:prstGeom prst="rect">
            <a:avLst/>
          </a:prstGeom>
          <a:solidFill>
            <a:srgbClr val="5C0E1F"/>
          </a:solidFill>
          <a:ln>
            <a:noFill/>
          </a:ln>
        </p:spPr>
        <p:txBody>
          <a:bodyPr/>
          <a:lstStyle/>
          <a:p>
            <a:endParaRPr/>
          </a:p>
        </p:txBody>
      </p:sp>
      <p:sp>
        <p:nvSpPr>
          <p:cNvPr id="9906" name="BG_BotGold"/>
          <p:cNvSpPr>
            <a:spLocks noGrp="1"/>
          </p:cNvSpPr>
          <p:nvPr/>
        </p:nvSpPr>
        <p:spPr>
          <a:xfrm>
            <a:off x="0" y="6108000"/>
            <a:ext cx="12192000" cy="55000"/>
          </a:xfrm>
          <a:prstGeom prst="rect">
            <a:avLst/>
          </a:prstGeom>
          <a:solidFill>
            <a:srgbClr val="C9A84C"/>
          </a:solidFill>
          <a:ln>
            <a:noFill/>
          </a:ln>
        </p:spPr>
        <p:txBody>
          <a:bodyPr/>
          <a:lstStyle/>
          <a:p>
            <a:endParaRPr/>
          </a:p>
        </p:txBody>
      </p:sp>
      <p:sp>
        <p:nvSpPr>
          <p:cNvPr id="9907" name="BG_BotGold2"/>
          <p:cNvSpPr>
            <a:spLocks noGrp="1"/>
          </p:cNvSpPr>
          <p:nvPr/>
        </p:nvSpPr>
        <p:spPr>
          <a:xfrm>
            <a:off x="0" y="6078000"/>
            <a:ext cx="12192000" cy="25000"/>
          </a:xfrm>
          <a:prstGeom prst="rect">
            <a:avLst/>
          </a:prstGeom>
          <a:solidFill>
            <a:srgbClr val="E8C96A"/>
          </a:solidFill>
          <a:ln>
            <a:noFill/>
          </a:ln>
        </p:spPr>
        <p:txBody>
          <a:bodyPr/>
          <a:lstStyle/>
          <a:p>
            <a:endParaRPr/>
          </a:p>
        </p:txBody>
      </p:sp>
      <p:sp>
        <p:nvSpPr>
          <p:cNvPr id="9908" name="BG_CornerDot1"/>
          <p:cNvSpPr>
            <a:spLocks noGrp="1"/>
          </p:cNvSpPr>
          <p:nvPr/>
        </p:nvSpPr>
        <p:spPr>
          <a:xfrm>
            <a:off x="80000" y="930000"/>
            <a:ext cx="120000" cy="120000"/>
          </a:xfrm>
          <a:prstGeom prst="rect">
            <a:avLst/>
          </a:prstGeom>
          <a:solidFill>
            <a:srgbClr val="C9A84C">
              <a:alpha val="30000"/>
            </a:srgbClr>
          </a:solidFill>
          <a:ln>
            <a:noFill/>
          </a:ln>
        </p:spPr>
        <p:txBody>
          <a:bodyPr/>
          <a:lstStyle/>
          <a:p>
            <a:endParaRPr/>
          </a:p>
        </p:txBody>
      </p:sp>
      <p:sp>
        <p:nvSpPr>
          <p:cNvPr id="9909" name="BG_CornerDot2"/>
          <p:cNvSpPr>
            <a:spLocks noGrp="1"/>
          </p:cNvSpPr>
          <p:nvPr/>
        </p:nvSpPr>
        <p:spPr>
          <a:xfrm>
            <a:off x="11992000" y="930000"/>
            <a:ext cx="120000" cy="120000"/>
          </a:xfrm>
          <a:prstGeom prst="rect">
            <a:avLst/>
          </a:prstGeom>
          <a:solidFill>
            <a:srgbClr val="C9A84C">
              <a:alpha val="30000"/>
            </a:srgbClr>
          </a:solidFill>
          <a:ln>
            <a:noFill/>
          </a:ln>
        </p:spPr>
        <p:txBody>
          <a:bodyPr/>
          <a:lstStyle/>
          <a:p>
            <a:endParaRPr/>
          </a:p>
        </p:txBody>
      </p:sp>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p:cNvSpPr>
            <a:spLocks noGrp="1"/>
          </p:cNvSpPr>
          <p:nvPr>
            <p:ph type="dt" sz="half" idx="10"/>
          </p:nvPr>
        </p:nvSpPr>
        <p:spPr/>
        <p:txBody>
          <a:bodyPr/>
          <a:lstStyle/>
          <a:p>
            <a:r>
              <a:rPr lang="en-US" dirty="0">
                <a:solidFill>
                  <a:srgbClr val="FDF6EC"/>
                </a:solidFill>
              </a:rPr>
              <a:t>10-03-2026</a:t>
            </a:r>
          </a:p>
        </p:txBody>
      </p:sp>
      <p:sp>
        <p:nvSpPr>
          <p:cNvPr id="6" name="Footer Placeholder 5"/>
          <p:cNvSpPr>
            <a:spLocks noGrp="1"/>
          </p:cNvSpPr>
          <p:nvPr>
            <p:ph type="ftr" sz="quarter" idx="11"/>
          </p:nvPr>
        </p:nvSpPr>
        <p:spPr/>
        <p:txBody>
          <a:bodyPr/>
          <a:lstStyle/>
          <a:p>
            <a:r>
              <a:rPr sz="1200">
                <a:solidFill>
                  <a:srgbClr val="FDF6EC"/>
                </a:solidFill>
                <a:latin typeface="Times New Roman" panose="02020603050405020304"/>
              </a:rPr>
              <a:t>2520090001           Department of CSIT</a:t>
            </a:r>
          </a:p>
        </p:txBody>
      </p:sp>
      <p:sp>
        <p:nvSpPr>
          <p:cNvPr id="7" name="Slide Number Placeholder 6"/>
          <p:cNvSpPr>
            <a:spLocks noGrp="1"/>
          </p:cNvSpPr>
          <p:nvPr>
            <p:ph type="sldNum" sz="quarter" idx="12"/>
          </p:nvPr>
        </p:nvSpPr>
        <p:spPr/>
        <p:txBody>
          <a:bodyPr/>
          <a:lstStyle/>
          <a:p>
            <a:fld id="{B961B71F-4B40-8942-BB88-E0F5C0B46E10}" type="slidenum">
              <a:rPr lang="en-US" smtClean="0">
                <a:solidFill>
                  <a:srgbClr val="FDF6EC"/>
                </a:solidFill>
              </a:rPr>
              <a:t>38</a:t>
            </a:fld>
            <a:endParaRPr lang="en-US">
              <a:solidFill>
                <a:srgbClr val="FDF6EC"/>
              </a:solidFill>
            </a:endParaRPr>
          </a:p>
        </p:txBody>
      </p:sp>
      <p:pic>
        <p:nvPicPr>
          <p:cNvPr id="15" name="Picture 14" descr="A picture containing shape  Description automatically generated">
            <a:extLst>
              <a:ext uri="{FF2B5EF4-FFF2-40B4-BE49-F238E27FC236}">
                <a16:creationId xmlns:a16="http://schemas.microsoft.com/office/drawing/2014/main" id="{C1F3A859-7CCF-47F3-BBDF-F974541DA17F}"/>
              </a:ext>
            </a:extLst>
          </p:cNvPr>
          <p:cNvPicPr>
            <a:picLocks noChangeAspect="1"/>
          </p:cNvPicPr>
          <p:nvPr/>
        </p:nvPicPr>
        <p:blipFill>
          <a:blip r:embed="rId2"/>
          <a:stretch>
            <a:fillRect/>
          </a:stretch>
        </p:blipFill>
        <p:spPr>
          <a:xfrm>
            <a:off x="30000" y="20001"/>
            <a:ext cx="1725712" cy="97953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499</TotalTime>
  <Words>1427</Words>
  <Application>Microsoft Office PowerPoint</Application>
  <PresentationFormat>Widescreen</PresentationFormat>
  <Paragraphs>217</Paragraphs>
  <Slides>38</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38</vt:i4>
      </vt:variant>
    </vt:vector>
  </HeadingPairs>
  <TitlesOfParts>
    <vt:vector size="44" baseType="lpstr">
      <vt:lpstr>Arial</vt:lpstr>
      <vt:lpstr>Calibri</vt:lpstr>
      <vt:lpstr>Calibri Light</vt:lpstr>
      <vt:lpstr>Times New Roman</vt:lpstr>
      <vt:lpstr>Office Theme</vt:lpstr>
      <vt:lpstr>Custom Design</vt:lpstr>
      <vt:lpstr>PreSareeFinder – Budget-Based Saree Discovery Platform for Hyderabad</vt:lpstr>
      <vt:lpstr>Abstract</vt:lpstr>
      <vt:lpstr>Existing System </vt:lpstr>
      <vt:lpstr>Proposed System</vt:lpstr>
      <vt:lpstr>System Architecture</vt:lpstr>
      <vt:lpstr>                       FWD System Architecture</vt:lpstr>
      <vt:lpstr>                     DSA System Architecture</vt:lpstr>
      <vt:lpstr>Project Modules</vt:lpstr>
      <vt:lpstr>Objectives</vt:lpstr>
      <vt:lpstr>Co’s Attainments - FWD</vt:lpstr>
      <vt:lpstr>                                Login Page</vt:lpstr>
      <vt:lpstr>                             Welcome Page</vt:lpstr>
      <vt:lpstr>                         Search Page for Sarees</vt:lpstr>
      <vt:lpstr>                              Wishlist Page</vt:lpstr>
      <vt:lpstr>                                     Cart</vt:lpstr>
      <vt:lpstr>             Advance Booking Process Status</vt:lpstr>
      <vt:lpstr>                                   Admin Page</vt:lpstr>
      <vt:lpstr>                     Co’s Attainments - DSA</vt:lpstr>
      <vt:lpstr>                              User Login</vt:lpstr>
      <vt:lpstr>                   Mall And Budget Range Selection</vt:lpstr>
      <vt:lpstr>                                  Type Of Saree</vt:lpstr>
      <vt:lpstr> Option to add into Cart or Wishlist</vt:lpstr>
      <vt:lpstr>          Display of Bill and Recently Viewed item</vt:lpstr>
      <vt:lpstr>       Some Sample Test Cases on Random raised  questions:</vt:lpstr>
      <vt:lpstr>                     Admin Login and his Inventory</vt:lpstr>
      <vt:lpstr>             Addition of New Saree and Deletion</vt:lpstr>
      <vt:lpstr>              Updating Price and Discount</vt:lpstr>
      <vt:lpstr>          Stock Availability and Sorting Order</vt:lpstr>
      <vt:lpstr>PowerPoint Presentation</vt:lpstr>
      <vt:lpstr>      Display of All Sarees and Top 5 discounted and popular </vt:lpstr>
      <vt:lpstr>                      DSA Demonstration</vt:lpstr>
      <vt:lpstr>PowerPoint Presentation</vt:lpstr>
      <vt:lpstr>                New Customer Registration</vt:lpstr>
      <vt:lpstr>Conclusion</vt:lpstr>
      <vt:lpstr>                           Geo Tag Photos</vt:lpstr>
      <vt:lpstr>PowerPoint Presentation</vt:lpstr>
      <vt:lpstr>                                        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Madhavi reddy</cp:lastModifiedBy>
  <cp:revision>55</cp:revision>
  <dcterms:created xsi:type="dcterms:W3CDTF">2022-05-20T10:20:00Z</dcterms:created>
  <dcterms:modified xsi:type="dcterms:W3CDTF">2026-03-07T12:49:13Z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87E3A3963C914EF687C860446312A361_13</vt:lpwstr>
  </property>
  <property fmtid="{D5CDD505-2E9C-101B-9397-08002B2CF9AE}" pid="3" name="KSOProductBuildVer">
    <vt:lpwstr>1033-12.2.0.23196</vt:lpwstr>
  </property>
</Properties>
</file>